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89"/>
  </p:notesMasterIdLst>
  <p:sldIdLst>
    <p:sldId id="256" r:id="rId2"/>
    <p:sldId id="403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5" r:id="rId12"/>
    <p:sldId id="364" r:id="rId13"/>
    <p:sldId id="366" r:id="rId14"/>
    <p:sldId id="367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8" r:id="rId24"/>
    <p:sldId id="377" r:id="rId25"/>
    <p:sldId id="379" r:id="rId26"/>
    <p:sldId id="380" r:id="rId27"/>
    <p:sldId id="382" r:id="rId28"/>
    <p:sldId id="381" r:id="rId29"/>
    <p:sldId id="383" r:id="rId30"/>
    <p:sldId id="385" r:id="rId31"/>
    <p:sldId id="387" r:id="rId32"/>
    <p:sldId id="388" r:id="rId33"/>
    <p:sldId id="389" r:id="rId34"/>
    <p:sldId id="395" r:id="rId35"/>
    <p:sldId id="386" r:id="rId36"/>
    <p:sldId id="396" r:id="rId37"/>
    <p:sldId id="390" r:id="rId38"/>
    <p:sldId id="391" r:id="rId39"/>
    <p:sldId id="392" r:id="rId40"/>
    <p:sldId id="393" r:id="rId41"/>
    <p:sldId id="394" r:id="rId42"/>
    <p:sldId id="397" r:id="rId43"/>
    <p:sldId id="398" r:id="rId44"/>
    <p:sldId id="399" r:id="rId45"/>
    <p:sldId id="400" r:id="rId46"/>
    <p:sldId id="401" r:id="rId47"/>
    <p:sldId id="402" r:id="rId48"/>
    <p:sldId id="404" r:id="rId49"/>
    <p:sldId id="343" r:id="rId50"/>
    <p:sldId id="406" r:id="rId51"/>
    <p:sldId id="407" r:id="rId52"/>
    <p:sldId id="408" r:id="rId53"/>
    <p:sldId id="409" r:id="rId54"/>
    <p:sldId id="410" r:id="rId55"/>
    <p:sldId id="411" r:id="rId56"/>
    <p:sldId id="412" r:id="rId57"/>
    <p:sldId id="413" r:id="rId58"/>
    <p:sldId id="414" r:id="rId59"/>
    <p:sldId id="415" r:id="rId60"/>
    <p:sldId id="419" r:id="rId61"/>
    <p:sldId id="421" r:id="rId62"/>
    <p:sldId id="422" r:id="rId63"/>
    <p:sldId id="416" r:id="rId64"/>
    <p:sldId id="417" r:id="rId65"/>
    <p:sldId id="418" r:id="rId66"/>
    <p:sldId id="420" r:id="rId67"/>
    <p:sldId id="423" r:id="rId68"/>
    <p:sldId id="432" r:id="rId69"/>
    <p:sldId id="424" r:id="rId70"/>
    <p:sldId id="425" r:id="rId71"/>
    <p:sldId id="426" r:id="rId72"/>
    <p:sldId id="427" r:id="rId73"/>
    <p:sldId id="428" r:id="rId74"/>
    <p:sldId id="429" r:id="rId75"/>
    <p:sldId id="430" r:id="rId76"/>
    <p:sldId id="433" r:id="rId77"/>
    <p:sldId id="434" r:id="rId78"/>
    <p:sldId id="435" r:id="rId79"/>
    <p:sldId id="431" r:id="rId80"/>
    <p:sldId id="436" r:id="rId81"/>
    <p:sldId id="437" r:id="rId82"/>
    <p:sldId id="438" r:id="rId83"/>
    <p:sldId id="439" r:id="rId84"/>
    <p:sldId id="440" r:id="rId85"/>
    <p:sldId id="441" r:id="rId86"/>
    <p:sldId id="442" r:id="rId87"/>
    <p:sldId id="444" r:id="rId88"/>
  </p:sldIdLst>
  <p:sldSz cx="9144000" cy="5143500" type="screen16x9"/>
  <p:notesSz cx="6858000" cy="9144000"/>
  <p:embeddedFontLst>
    <p:embeddedFont>
      <p:font typeface="Andika" panose="020B0604020202020204" charset="0"/>
      <p:regular r:id="rId90"/>
    </p:embeddedFont>
    <p:embeddedFont>
      <p:font typeface="FrankRuehl" panose="020E0503060101010101" pitchFamily="34" charset="-79"/>
      <p:regular r:id="rId91"/>
    </p:embeddedFont>
    <p:embeddedFont>
      <p:font typeface="Grand Hotel" panose="020B0604020202020204" charset="0"/>
      <p:regular r:id="rId92"/>
    </p:embeddedFont>
    <p:embeddedFont>
      <p:font typeface="Montserrat" panose="00000500000000000000" pitchFamily="2" charset="0"/>
      <p:regular r:id="rId93"/>
      <p:bold r:id="rId94"/>
      <p:italic r:id="rId95"/>
      <p:boldItalic r:id="rId96"/>
    </p:embeddedFont>
    <p:embeddedFont>
      <p:font typeface="Tahoma" panose="020B0604030504040204" pitchFamily="34" charset="0"/>
      <p:regular r:id="rId97"/>
      <p:bold r:id="rId9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Begining" id="{3F059F96-BCAF-4915-AD59-C0FF965DFA8F}">
          <p14:sldIdLst>
            <p14:sldId id="256"/>
            <p14:sldId id="403"/>
          </p14:sldIdLst>
        </p14:section>
        <p14:section name="Bagian 1" id="{72F6AC17-9F73-4186-A0FC-837876101594}">
          <p14:sldIdLst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5"/>
            <p14:sldId id="364"/>
            <p14:sldId id="366"/>
            <p14:sldId id="367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8"/>
            <p14:sldId id="377"/>
            <p14:sldId id="379"/>
            <p14:sldId id="380"/>
            <p14:sldId id="382"/>
            <p14:sldId id="381"/>
            <p14:sldId id="383"/>
            <p14:sldId id="385"/>
            <p14:sldId id="387"/>
            <p14:sldId id="388"/>
            <p14:sldId id="389"/>
            <p14:sldId id="395"/>
            <p14:sldId id="386"/>
            <p14:sldId id="396"/>
            <p14:sldId id="390"/>
            <p14:sldId id="391"/>
            <p14:sldId id="392"/>
            <p14:sldId id="393"/>
            <p14:sldId id="394"/>
            <p14:sldId id="397"/>
            <p14:sldId id="398"/>
            <p14:sldId id="399"/>
            <p14:sldId id="400"/>
            <p14:sldId id="401"/>
            <p14:sldId id="402"/>
          </p14:sldIdLst>
        </p14:section>
        <p14:section name="END 1" id="{BA173135-74EB-4A0D-B639-B63176B51430}">
          <p14:sldIdLst>
            <p14:sldId id="404"/>
            <p14:sldId id="343"/>
          </p14:sldIdLst>
        </p14:section>
        <p14:section name="Bagian 2" id="{B247C01E-7B3D-4BF1-9C48-DBADE4A374F5}">
          <p14:sldIdLst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9"/>
            <p14:sldId id="421"/>
            <p14:sldId id="422"/>
            <p14:sldId id="416"/>
            <p14:sldId id="417"/>
            <p14:sldId id="418"/>
            <p14:sldId id="420"/>
            <p14:sldId id="423"/>
            <p14:sldId id="432"/>
            <p14:sldId id="424"/>
            <p14:sldId id="425"/>
            <p14:sldId id="426"/>
            <p14:sldId id="427"/>
            <p14:sldId id="428"/>
            <p14:sldId id="429"/>
            <p14:sldId id="430"/>
            <p14:sldId id="433"/>
            <p14:sldId id="434"/>
            <p14:sldId id="435"/>
            <p14:sldId id="431"/>
            <p14:sldId id="436"/>
            <p14:sldId id="437"/>
            <p14:sldId id="438"/>
            <p14:sldId id="439"/>
            <p14:sldId id="440"/>
            <p14:sldId id="441"/>
            <p14:sldId id="442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C2A9B-EBD9-450B-9C9C-57F1022AF722}">
  <a:tblStyle styleId="{182C2A9B-EBD9-450B-9C9C-57F1022AF7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84" autoAdjust="0"/>
  </p:normalViewPr>
  <p:slideViewPr>
    <p:cSldViewPr snapToGrid="0">
      <p:cViewPr varScale="1">
        <p:scale>
          <a:sx n="85" d="100"/>
          <a:sy n="85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db13e22b57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db13e22b57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5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386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685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083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75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67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55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909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316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4120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575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645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551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092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6515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817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5672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1460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6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097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253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56473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910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4146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1703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8346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525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712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2640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1504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696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9220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2343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0288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74002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0931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6766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1881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82115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6156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8055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5005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4053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758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9717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2458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9488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gd6846a9aa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gd6846a9aa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376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4394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7956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2567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3960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2990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0059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2296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95902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12777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8183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354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90515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71364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9055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329131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81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2406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329003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91281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3364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2357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23555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64221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771617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1451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34699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4EA8A854-2515-3D29-1068-68F5A19D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0061EEAB-52E9-001D-1BA9-9F3E1E18D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3575C46A-5412-C34A-7AE1-F906C22BE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51008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878368A8-D3E3-BD9A-D105-BAED2F2A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15066D3A-5EE2-C191-AE29-7C8E2B2CF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0653EC13-E826-2873-CEE9-9DFEF6A11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579179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4E782624-B5B0-A44B-305B-4DBA4683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719F3EE7-9E7F-E94F-7EA4-EADF0364F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B001DF39-9BFC-EFBB-7CFF-A6D8285C0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8246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646795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143A28D9-3A08-5D1B-48FA-04E8C718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FBD57332-2B0C-4DFB-7264-EC2BA7285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D705BF42-8B29-E298-FB74-FEC60927D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08514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999EA74E-45B3-6254-3997-A94DA574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F4BB7EF-D4C5-4C77-D27E-B5EAE7AF6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9C9B22EC-53F6-2DB1-CF37-E4C338B8B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31802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91F93784-4229-36A1-85E0-F382F286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E601B764-51E0-38FD-19C6-09DE63C347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F6DE0075-8213-4FC4-39AC-7748D14F8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3929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CB92B377-D792-2F26-16C4-75151B78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00A81952-D13D-4F16-2421-73E2B90EC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270064FC-E654-FFC9-419E-92CD4C253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018195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F350A56D-32E9-70AD-DF14-4BCA4F92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F809534D-788E-182C-59BC-9DF38AB16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2B14893C-BFE3-0702-B5ED-987A99098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7964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785786E5-DCB5-34A1-9690-89AD9634B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46F1AD55-F235-BD2B-B4EA-0527CAC1B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5A84474D-9877-6C93-9FA8-E6E5973D0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88984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17E03403-0D43-7B86-93DB-53AC274C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A3521B85-2967-FF8F-DFFF-43FEBFBC4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6B888E80-2D62-C49C-D615-8DA6B6A0B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2165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>
          <a:extLst>
            <a:ext uri="{FF2B5EF4-FFF2-40B4-BE49-F238E27FC236}">
              <a16:creationId xmlns:a16="http://schemas.microsoft.com/office/drawing/2014/main" id="{D846AE32-3C4B-1367-0462-3CAC921E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gd6846a9aa0_0_15:notes">
            <a:extLst>
              <a:ext uri="{FF2B5EF4-FFF2-40B4-BE49-F238E27FC236}">
                <a16:creationId xmlns:a16="http://schemas.microsoft.com/office/drawing/2014/main" id="{CBC7D20A-14EF-889D-4C80-305187BB6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gd6846a9aa0_0_15:notes">
            <a:extLst>
              <a:ext uri="{FF2B5EF4-FFF2-40B4-BE49-F238E27FC236}">
                <a16:creationId xmlns:a16="http://schemas.microsoft.com/office/drawing/2014/main" id="{F37F5693-A6B9-D90C-CDCF-AE786C66F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015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" y="-13"/>
            <a:ext cx="9143827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rot="-696">
            <a:off x="2129625" y="1407653"/>
            <a:ext cx="4448400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rot="232">
            <a:off x="2133920" y="3148973"/>
            <a:ext cx="4439700" cy="5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251775" y="-48150"/>
            <a:ext cx="356100" cy="523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/>
          <p:nvPr/>
        </p:nvSpPr>
        <p:spPr>
          <a:xfrm>
            <a:off x="531848" y="234173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579100" y="205225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 txBox="1">
            <a:spLocks noGrp="1"/>
          </p:cNvSpPr>
          <p:nvPr>
            <p:ph type="body" idx="1"/>
          </p:nvPr>
        </p:nvSpPr>
        <p:spPr>
          <a:xfrm>
            <a:off x="2248325" y="1882575"/>
            <a:ext cx="4647300" cy="21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title"/>
          </p:nvPr>
        </p:nvSpPr>
        <p:spPr>
          <a:xfrm>
            <a:off x="2998925" y="535650"/>
            <a:ext cx="31461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3"/>
          <p:cNvGrpSpPr/>
          <p:nvPr/>
        </p:nvGrpSpPr>
        <p:grpSpPr>
          <a:xfrm>
            <a:off x="2096377" y="1118525"/>
            <a:ext cx="4472281" cy="3677588"/>
            <a:chOff x="2096377" y="1118525"/>
            <a:chExt cx="4472281" cy="3677588"/>
          </a:xfrm>
        </p:grpSpPr>
        <p:sp>
          <p:nvSpPr>
            <p:cNvPr id="463" name="Google Shape;463;p33"/>
            <p:cNvSpPr/>
            <p:nvPr/>
          </p:nvSpPr>
          <p:spPr>
            <a:xfrm>
              <a:off x="2096377" y="1143006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2142600" y="1118525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33"/>
          <p:cNvSpPr txBox="1">
            <a:spLocks noGrp="1"/>
          </p:cNvSpPr>
          <p:nvPr>
            <p:ph type="ctrTitle"/>
          </p:nvPr>
        </p:nvSpPr>
        <p:spPr>
          <a:xfrm>
            <a:off x="3050798" y="598700"/>
            <a:ext cx="25671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6" name="Google Shape;466;p33"/>
          <p:cNvSpPr txBox="1">
            <a:spLocks noGrp="1"/>
          </p:cNvSpPr>
          <p:nvPr>
            <p:ph type="subTitle" idx="1"/>
          </p:nvPr>
        </p:nvSpPr>
        <p:spPr>
          <a:xfrm>
            <a:off x="2545688" y="2244875"/>
            <a:ext cx="3617400" cy="7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7" name="Google Shape;467;p33"/>
          <p:cNvSpPr txBox="1">
            <a:spLocks noGrp="1"/>
          </p:cNvSpPr>
          <p:nvPr>
            <p:ph type="subTitle" idx="2"/>
          </p:nvPr>
        </p:nvSpPr>
        <p:spPr>
          <a:xfrm>
            <a:off x="2545675" y="1781200"/>
            <a:ext cx="36174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8" name="Google Shape;468;p33"/>
          <p:cNvSpPr/>
          <p:nvPr/>
        </p:nvSpPr>
        <p:spPr>
          <a:xfrm>
            <a:off x="165875" y="405400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165875" y="1087983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165875" y="177054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3"/>
          <p:cNvSpPr/>
          <p:nvPr/>
        </p:nvSpPr>
        <p:spPr>
          <a:xfrm>
            <a:off x="165875" y="245312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65875" y="313570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165875" y="381219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65875" y="449477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3"/>
          <p:cNvSpPr/>
          <p:nvPr/>
        </p:nvSpPr>
        <p:spPr>
          <a:xfrm>
            <a:off x="8251775" y="0"/>
            <a:ext cx="356100" cy="52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2427563" y="3522550"/>
            <a:ext cx="3856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and infographics &amp; images by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5"/>
              </a:rPr>
              <a:t>Freepi</a:t>
            </a:r>
            <a:r>
              <a:rPr lang="en" sz="1200" b="1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k</a:t>
            </a:r>
            <a:endParaRPr sz="1200" b="1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34"/>
          <p:cNvGrpSpPr/>
          <p:nvPr/>
        </p:nvGrpSpPr>
        <p:grpSpPr>
          <a:xfrm>
            <a:off x="2096377" y="1118525"/>
            <a:ext cx="4472281" cy="3677588"/>
            <a:chOff x="2096377" y="1118525"/>
            <a:chExt cx="4472281" cy="3677588"/>
          </a:xfrm>
        </p:grpSpPr>
        <p:sp>
          <p:nvSpPr>
            <p:cNvPr id="480" name="Google Shape;480;p34"/>
            <p:cNvSpPr/>
            <p:nvPr/>
          </p:nvSpPr>
          <p:spPr>
            <a:xfrm>
              <a:off x="2096377" y="1143006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2142600" y="1118525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34"/>
          <p:cNvSpPr/>
          <p:nvPr/>
        </p:nvSpPr>
        <p:spPr>
          <a:xfrm>
            <a:off x="165875" y="405400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165875" y="1087983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165875" y="177054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165875" y="245312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4"/>
          <p:cNvSpPr/>
          <p:nvPr/>
        </p:nvSpPr>
        <p:spPr>
          <a:xfrm>
            <a:off x="165875" y="313570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165875" y="381219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165875" y="449477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8251775" y="0"/>
            <a:ext cx="356100" cy="52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5"/>
          <p:cNvSpPr/>
          <p:nvPr/>
        </p:nvSpPr>
        <p:spPr>
          <a:xfrm rot="10800000">
            <a:off x="8162447" y="-38904"/>
            <a:ext cx="1005490" cy="1125793"/>
          </a:xfrm>
          <a:custGeom>
            <a:avLst/>
            <a:gdLst/>
            <a:ahLst/>
            <a:cxnLst/>
            <a:rect l="l" t="t" r="r" b="b"/>
            <a:pathLst>
              <a:path w="13954" h="15623" extrusionOk="0">
                <a:moveTo>
                  <a:pt x="0" y="0"/>
                </a:moveTo>
                <a:lnTo>
                  <a:pt x="0" y="15622"/>
                </a:lnTo>
                <a:lnTo>
                  <a:pt x="13953" y="15622"/>
                </a:lnTo>
                <a:cubicBezTo>
                  <a:pt x="12848" y="15132"/>
                  <a:pt x="12176" y="13817"/>
                  <a:pt x="12415" y="12632"/>
                </a:cubicBezTo>
                <a:cubicBezTo>
                  <a:pt x="12558" y="11937"/>
                  <a:pt x="12968" y="11191"/>
                  <a:pt x="12621" y="10582"/>
                </a:cubicBezTo>
                <a:cubicBezTo>
                  <a:pt x="12377" y="10156"/>
                  <a:pt x="11873" y="10007"/>
                  <a:pt x="11364" y="10007"/>
                </a:cubicBezTo>
                <a:cubicBezTo>
                  <a:pt x="11194" y="10007"/>
                  <a:pt x="11022" y="10024"/>
                  <a:pt x="10861" y="10052"/>
                </a:cubicBezTo>
                <a:cubicBezTo>
                  <a:pt x="10385" y="10137"/>
                  <a:pt x="9897" y="10292"/>
                  <a:pt x="9417" y="10292"/>
                </a:cubicBezTo>
                <a:cubicBezTo>
                  <a:pt x="9254" y="10292"/>
                  <a:pt x="9091" y="10274"/>
                  <a:pt x="8930" y="10229"/>
                </a:cubicBezTo>
                <a:cubicBezTo>
                  <a:pt x="8605" y="10138"/>
                  <a:pt x="8321" y="9938"/>
                  <a:pt x="8121" y="9665"/>
                </a:cubicBezTo>
                <a:cubicBezTo>
                  <a:pt x="7985" y="9477"/>
                  <a:pt x="7871" y="9244"/>
                  <a:pt x="7649" y="9170"/>
                </a:cubicBezTo>
                <a:cubicBezTo>
                  <a:pt x="7594" y="9149"/>
                  <a:pt x="7539" y="9141"/>
                  <a:pt x="7484" y="9141"/>
                </a:cubicBezTo>
                <a:cubicBezTo>
                  <a:pt x="7289" y="9141"/>
                  <a:pt x="7088" y="9245"/>
                  <a:pt x="6897" y="9312"/>
                </a:cubicBezTo>
                <a:cubicBezTo>
                  <a:pt x="6818" y="9341"/>
                  <a:pt x="6728" y="9356"/>
                  <a:pt x="6640" y="9356"/>
                </a:cubicBezTo>
                <a:cubicBezTo>
                  <a:pt x="6450" y="9356"/>
                  <a:pt x="6270" y="9282"/>
                  <a:pt x="6231" y="9107"/>
                </a:cubicBezTo>
                <a:cubicBezTo>
                  <a:pt x="6185" y="8919"/>
                  <a:pt x="6350" y="8742"/>
                  <a:pt x="6521" y="8646"/>
                </a:cubicBezTo>
                <a:cubicBezTo>
                  <a:pt x="6692" y="8549"/>
                  <a:pt x="6891" y="8492"/>
                  <a:pt x="7022" y="8338"/>
                </a:cubicBezTo>
                <a:cubicBezTo>
                  <a:pt x="7216" y="8105"/>
                  <a:pt x="7142" y="7746"/>
                  <a:pt x="6994" y="7472"/>
                </a:cubicBezTo>
                <a:cubicBezTo>
                  <a:pt x="6846" y="7205"/>
                  <a:pt x="6629" y="6971"/>
                  <a:pt x="6544" y="6681"/>
                </a:cubicBezTo>
                <a:cubicBezTo>
                  <a:pt x="6498" y="6544"/>
                  <a:pt x="6481" y="6390"/>
                  <a:pt x="6384" y="6282"/>
                </a:cubicBezTo>
                <a:cubicBezTo>
                  <a:pt x="6219" y="6100"/>
                  <a:pt x="5912" y="6151"/>
                  <a:pt x="5712" y="6015"/>
                </a:cubicBezTo>
                <a:cubicBezTo>
                  <a:pt x="5445" y="5838"/>
                  <a:pt x="5462" y="5434"/>
                  <a:pt x="5251" y="5200"/>
                </a:cubicBezTo>
                <a:cubicBezTo>
                  <a:pt x="5131" y="5063"/>
                  <a:pt x="4955" y="5001"/>
                  <a:pt x="4795" y="4915"/>
                </a:cubicBezTo>
                <a:cubicBezTo>
                  <a:pt x="4408" y="4688"/>
                  <a:pt x="4152" y="4295"/>
                  <a:pt x="4101" y="3845"/>
                </a:cubicBezTo>
                <a:cubicBezTo>
                  <a:pt x="4072" y="3600"/>
                  <a:pt x="4101" y="3326"/>
                  <a:pt x="3952" y="3133"/>
                </a:cubicBezTo>
                <a:cubicBezTo>
                  <a:pt x="3850" y="3030"/>
                  <a:pt x="3725" y="2945"/>
                  <a:pt x="3588" y="2899"/>
                </a:cubicBezTo>
                <a:lnTo>
                  <a:pt x="2141" y="2256"/>
                </a:lnTo>
                <a:cubicBezTo>
                  <a:pt x="1885" y="2148"/>
                  <a:pt x="1623" y="2028"/>
                  <a:pt x="1418" y="1840"/>
                </a:cubicBezTo>
                <a:cubicBezTo>
                  <a:pt x="1299" y="1726"/>
                  <a:pt x="1190" y="1595"/>
                  <a:pt x="1093" y="1458"/>
                </a:cubicBezTo>
                <a:cubicBezTo>
                  <a:pt x="729" y="974"/>
                  <a:pt x="364" y="485"/>
                  <a:pt x="0" y="0"/>
                </a:cubicBezTo>
                <a:close/>
              </a:path>
            </a:pathLst>
          </a:custGeom>
          <a:solidFill>
            <a:srgbClr val="F8CD7D">
              <a:alpha val="54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5"/>
          <p:cNvSpPr/>
          <p:nvPr/>
        </p:nvSpPr>
        <p:spPr>
          <a:xfrm>
            <a:off x="531848" y="234173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579100" y="205225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5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5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5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5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1" r:id="rId3"/>
    <p:sldLayoutId id="2147483679" r:id="rId4"/>
    <p:sldLayoutId id="2147483680" r:id="rId5"/>
    <p:sldLayoutId id="2147483681" r:id="rId6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38"/>
          <p:cNvGrpSpPr/>
          <p:nvPr/>
        </p:nvGrpSpPr>
        <p:grpSpPr>
          <a:xfrm>
            <a:off x="2129626" y="967949"/>
            <a:ext cx="3598696" cy="3600234"/>
            <a:chOff x="3069613" y="998421"/>
            <a:chExt cx="2886809" cy="2888043"/>
          </a:xfrm>
        </p:grpSpPr>
        <p:sp>
          <p:nvSpPr>
            <p:cNvPr id="511" name="Google Shape;511;p38"/>
            <p:cNvSpPr/>
            <p:nvPr/>
          </p:nvSpPr>
          <p:spPr>
            <a:xfrm>
              <a:off x="3069612" y="998421"/>
              <a:ext cx="2886809" cy="2888043"/>
            </a:xfrm>
            <a:custGeom>
              <a:avLst/>
              <a:gdLst/>
              <a:ahLst/>
              <a:cxnLst/>
              <a:rect l="l" t="t" r="r" b="b"/>
              <a:pathLst>
                <a:path w="14045" h="14051" extrusionOk="0">
                  <a:moveTo>
                    <a:pt x="0" y="0"/>
                  </a:moveTo>
                  <a:lnTo>
                    <a:pt x="0" y="14050"/>
                  </a:lnTo>
                  <a:lnTo>
                    <a:pt x="14044" y="14050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2" name="Google Shape;512;p38"/>
            <p:cNvGrpSpPr/>
            <p:nvPr/>
          </p:nvGrpSpPr>
          <p:grpSpPr>
            <a:xfrm>
              <a:off x="3114009" y="1044051"/>
              <a:ext cx="2798031" cy="2797824"/>
              <a:chOff x="3114009" y="1044051"/>
              <a:chExt cx="2798031" cy="2797824"/>
            </a:xfrm>
          </p:grpSpPr>
          <p:sp>
            <p:nvSpPr>
              <p:cNvPr id="513" name="Google Shape;513;p38"/>
              <p:cNvSpPr/>
              <p:nvPr/>
            </p:nvSpPr>
            <p:spPr>
              <a:xfrm>
                <a:off x="3114009" y="2515520"/>
                <a:ext cx="1326555" cy="1326350"/>
              </a:xfrm>
              <a:custGeom>
                <a:avLst/>
                <a:gdLst/>
                <a:ahLst/>
                <a:cxnLst/>
                <a:rect l="l" t="t" r="r" b="b"/>
                <a:pathLst>
                  <a:path w="6454" h="6453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6037" y="6453"/>
                    </a:lnTo>
                    <a:lnTo>
                      <a:pt x="6453" y="64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3114009" y="2300113"/>
                <a:ext cx="1541961" cy="1541756"/>
              </a:xfrm>
              <a:custGeom>
                <a:avLst/>
                <a:gdLst/>
                <a:ahLst/>
                <a:cxnLst/>
                <a:rect l="l" t="t" r="r" b="b"/>
                <a:pathLst>
                  <a:path w="7502" h="7501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7085" y="7501"/>
                    </a:lnTo>
                    <a:lnTo>
                      <a:pt x="7501" y="75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3114009" y="2084706"/>
                <a:ext cx="1757367" cy="1757161"/>
              </a:xfrm>
              <a:custGeom>
                <a:avLst/>
                <a:gdLst/>
                <a:ahLst/>
                <a:cxnLst/>
                <a:rect l="l" t="t" r="r" b="b"/>
                <a:pathLst>
                  <a:path w="8550" h="8549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8133" y="8549"/>
                    </a:lnTo>
                    <a:lnTo>
                      <a:pt x="8549" y="85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114009" y="1437251"/>
                <a:ext cx="2404612" cy="2404612"/>
              </a:xfrm>
              <a:custGeom>
                <a:avLst/>
                <a:gdLst/>
                <a:ahLst/>
                <a:cxnLst/>
                <a:rect l="l" t="t" r="r" b="b"/>
                <a:pathLst>
                  <a:path w="11699" h="11699" extrusionOk="0">
                    <a:moveTo>
                      <a:pt x="1" y="1"/>
                    </a:moveTo>
                    <a:lnTo>
                      <a:pt x="1" y="417"/>
                    </a:lnTo>
                    <a:lnTo>
                      <a:pt x="11283" y="11699"/>
                    </a:lnTo>
                    <a:lnTo>
                      <a:pt x="11698" y="1169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8"/>
              <p:cNvSpPr/>
              <p:nvPr/>
            </p:nvSpPr>
            <p:spPr>
              <a:xfrm>
                <a:off x="3114009" y="1652658"/>
                <a:ext cx="2189207" cy="2189207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10651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0229" y="10651"/>
                    </a:lnTo>
                    <a:lnTo>
                      <a:pt x="10651" y="1065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8"/>
              <p:cNvSpPr/>
              <p:nvPr/>
            </p:nvSpPr>
            <p:spPr>
              <a:xfrm>
                <a:off x="3114009" y="1869299"/>
                <a:ext cx="1972567" cy="1972567"/>
              </a:xfrm>
              <a:custGeom>
                <a:avLst/>
                <a:gdLst/>
                <a:ahLst/>
                <a:cxnLst/>
                <a:rect l="l" t="t" r="r" b="b"/>
                <a:pathLst>
                  <a:path w="9597" h="9597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9181" y="9597"/>
                    </a:lnTo>
                    <a:lnTo>
                      <a:pt x="9597" y="959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3114009" y="2730927"/>
                <a:ext cx="1111149" cy="1110944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5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4990" y="5405"/>
                    </a:lnTo>
                    <a:lnTo>
                      <a:pt x="5405" y="54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114009" y="1044051"/>
                <a:ext cx="2798016" cy="2797810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612" extrusionOk="0">
                    <a:moveTo>
                      <a:pt x="1" y="0"/>
                    </a:moveTo>
                    <a:lnTo>
                      <a:pt x="1" y="234"/>
                    </a:lnTo>
                    <a:lnTo>
                      <a:pt x="13379" y="13612"/>
                    </a:lnTo>
                    <a:lnTo>
                      <a:pt x="13612" y="13612"/>
                    </a:lnTo>
                    <a:lnTo>
                      <a:pt x="13612" y="1343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8"/>
              <p:cNvSpPr/>
              <p:nvPr/>
            </p:nvSpPr>
            <p:spPr>
              <a:xfrm>
                <a:off x="5880182" y="1044051"/>
                <a:ext cx="31859" cy="31859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5" extrusionOk="0">
                    <a:moveTo>
                      <a:pt x="0" y="0"/>
                    </a:moveTo>
                    <a:lnTo>
                      <a:pt x="154" y="154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8"/>
              <p:cNvSpPr/>
              <p:nvPr/>
            </p:nvSpPr>
            <p:spPr>
              <a:xfrm>
                <a:off x="3114009" y="3378176"/>
                <a:ext cx="463698" cy="463698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2256" extrusionOk="0">
                    <a:moveTo>
                      <a:pt x="1" y="1"/>
                    </a:moveTo>
                    <a:lnTo>
                      <a:pt x="1" y="416"/>
                    </a:lnTo>
                    <a:lnTo>
                      <a:pt x="1840" y="2256"/>
                    </a:lnTo>
                    <a:lnTo>
                      <a:pt x="2256" y="225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3114009" y="3593583"/>
                <a:ext cx="248292" cy="248292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1208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792" y="1208"/>
                    </a:lnTo>
                    <a:lnTo>
                      <a:pt x="1208" y="12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114009" y="2946334"/>
                <a:ext cx="895743" cy="895538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4357" extrusionOk="0">
                    <a:moveTo>
                      <a:pt x="1" y="0"/>
                    </a:moveTo>
                    <a:lnTo>
                      <a:pt x="1" y="421"/>
                    </a:lnTo>
                    <a:lnTo>
                      <a:pt x="3936" y="4357"/>
                    </a:lnTo>
                    <a:lnTo>
                      <a:pt x="4357" y="43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8"/>
              <p:cNvSpPr/>
              <p:nvPr/>
            </p:nvSpPr>
            <p:spPr>
              <a:xfrm>
                <a:off x="3114009" y="3162769"/>
                <a:ext cx="679104" cy="679104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304" extrusionOk="0">
                    <a:moveTo>
                      <a:pt x="1" y="1"/>
                    </a:moveTo>
                    <a:lnTo>
                      <a:pt x="1" y="416"/>
                    </a:lnTo>
                    <a:lnTo>
                      <a:pt x="2888" y="3304"/>
                    </a:lnTo>
                    <a:lnTo>
                      <a:pt x="3304" y="330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8"/>
              <p:cNvSpPr/>
              <p:nvPr/>
            </p:nvSpPr>
            <p:spPr>
              <a:xfrm>
                <a:off x="3496727" y="1044051"/>
                <a:ext cx="2415301" cy="2415095"/>
              </a:xfrm>
              <a:custGeom>
                <a:avLst/>
                <a:gdLst/>
                <a:ahLst/>
                <a:cxnLst/>
                <a:rect l="l" t="t" r="r" b="b"/>
                <a:pathLst>
                  <a:path w="11751" h="11750" extrusionOk="0">
                    <a:moveTo>
                      <a:pt x="1" y="0"/>
                    </a:moveTo>
                    <a:lnTo>
                      <a:pt x="11750" y="11749"/>
                    </a:lnTo>
                    <a:lnTo>
                      <a:pt x="11750" y="11334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5017320" y="1044051"/>
                <a:ext cx="894716" cy="894510"/>
              </a:xfrm>
              <a:custGeom>
                <a:avLst/>
                <a:gdLst/>
                <a:ahLst/>
                <a:cxnLst/>
                <a:rect l="l" t="t" r="r" b="b"/>
                <a:pathLst>
                  <a:path w="4353" h="4352" extrusionOk="0">
                    <a:moveTo>
                      <a:pt x="1" y="0"/>
                    </a:moveTo>
                    <a:lnTo>
                      <a:pt x="4352" y="4351"/>
                    </a:lnTo>
                    <a:lnTo>
                      <a:pt x="4352" y="3936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5232727" y="1044051"/>
                <a:ext cx="679310" cy="679104"/>
              </a:xfrm>
              <a:custGeom>
                <a:avLst/>
                <a:gdLst/>
                <a:ahLst/>
                <a:cxnLst/>
                <a:rect l="l" t="t" r="r" b="b"/>
                <a:pathLst>
                  <a:path w="3305" h="3304" extrusionOk="0">
                    <a:moveTo>
                      <a:pt x="1" y="0"/>
                    </a:moveTo>
                    <a:lnTo>
                      <a:pt x="3304" y="3304"/>
                    </a:lnTo>
                    <a:lnTo>
                      <a:pt x="3304" y="2888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8"/>
              <p:cNvSpPr/>
              <p:nvPr/>
            </p:nvSpPr>
            <p:spPr>
              <a:xfrm>
                <a:off x="4802119" y="1044051"/>
                <a:ext cx="1109916" cy="1109916"/>
              </a:xfrm>
              <a:custGeom>
                <a:avLst/>
                <a:gdLst/>
                <a:ahLst/>
                <a:cxnLst/>
                <a:rect l="l" t="t" r="r" b="b"/>
                <a:pathLst>
                  <a:path w="5400" h="5400" extrusionOk="0">
                    <a:moveTo>
                      <a:pt x="0" y="0"/>
                    </a:moveTo>
                    <a:lnTo>
                      <a:pt x="5399" y="5399"/>
                    </a:lnTo>
                    <a:lnTo>
                      <a:pt x="5399" y="4984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8"/>
              <p:cNvSpPr/>
              <p:nvPr/>
            </p:nvSpPr>
            <p:spPr>
              <a:xfrm>
                <a:off x="5664775" y="1044051"/>
                <a:ext cx="247265" cy="248292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208" extrusionOk="0">
                    <a:moveTo>
                      <a:pt x="0" y="0"/>
                    </a:moveTo>
                    <a:lnTo>
                      <a:pt x="1202" y="1208"/>
                    </a:lnTo>
                    <a:lnTo>
                      <a:pt x="1202" y="786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4586711" y="1044051"/>
                <a:ext cx="1325322" cy="1325322"/>
              </a:xfrm>
              <a:custGeom>
                <a:avLst/>
                <a:gdLst/>
                <a:ahLst/>
                <a:cxnLst/>
                <a:rect l="l" t="t" r="r" b="b"/>
                <a:pathLst>
                  <a:path w="6448" h="6448" extrusionOk="0">
                    <a:moveTo>
                      <a:pt x="0" y="0"/>
                    </a:moveTo>
                    <a:lnTo>
                      <a:pt x="6447" y="6447"/>
                    </a:lnTo>
                    <a:lnTo>
                      <a:pt x="6447" y="603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5448134" y="1044051"/>
                <a:ext cx="463904" cy="463698"/>
              </a:xfrm>
              <a:custGeom>
                <a:avLst/>
                <a:gdLst/>
                <a:ahLst/>
                <a:cxnLst/>
                <a:rect l="l" t="t" r="r" b="b"/>
                <a:pathLst>
                  <a:path w="2257" h="2256" extrusionOk="0">
                    <a:moveTo>
                      <a:pt x="1" y="0"/>
                    </a:moveTo>
                    <a:lnTo>
                      <a:pt x="2256" y="2256"/>
                    </a:lnTo>
                    <a:lnTo>
                      <a:pt x="2256" y="1840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8"/>
              <p:cNvSpPr/>
              <p:nvPr/>
            </p:nvSpPr>
            <p:spPr>
              <a:xfrm>
                <a:off x="4144181" y="1044051"/>
                <a:ext cx="1767850" cy="1767850"/>
              </a:xfrm>
              <a:custGeom>
                <a:avLst/>
                <a:gdLst/>
                <a:ahLst/>
                <a:cxnLst/>
                <a:rect l="l" t="t" r="r" b="b"/>
                <a:pathLst>
                  <a:path w="8601" h="8601" extrusionOk="0">
                    <a:moveTo>
                      <a:pt x="0" y="0"/>
                    </a:moveTo>
                    <a:lnTo>
                      <a:pt x="8600" y="8600"/>
                    </a:lnTo>
                    <a:lnTo>
                      <a:pt x="8600" y="8184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8"/>
              <p:cNvSpPr/>
              <p:nvPr/>
            </p:nvSpPr>
            <p:spPr>
              <a:xfrm>
                <a:off x="4370071" y="1044051"/>
                <a:ext cx="1541961" cy="1541756"/>
              </a:xfrm>
              <a:custGeom>
                <a:avLst/>
                <a:gdLst/>
                <a:ahLst/>
                <a:cxnLst/>
                <a:rect l="l" t="t" r="r" b="b"/>
                <a:pathLst>
                  <a:path w="7502" h="7501" extrusionOk="0">
                    <a:moveTo>
                      <a:pt x="0" y="0"/>
                    </a:moveTo>
                    <a:lnTo>
                      <a:pt x="7501" y="7501"/>
                    </a:lnTo>
                    <a:lnTo>
                      <a:pt x="7501" y="7079"/>
                    </a:lnTo>
                    <a:lnTo>
                      <a:pt x="4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3281320" y="1044051"/>
                <a:ext cx="2630706" cy="2630501"/>
              </a:xfrm>
              <a:custGeom>
                <a:avLst/>
                <a:gdLst/>
                <a:ahLst/>
                <a:cxnLst/>
                <a:rect l="l" t="t" r="r" b="b"/>
                <a:pathLst>
                  <a:path w="12799" h="12798" extrusionOk="0">
                    <a:moveTo>
                      <a:pt x="1" y="0"/>
                    </a:moveTo>
                    <a:lnTo>
                      <a:pt x="12798" y="12797"/>
                    </a:lnTo>
                    <a:lnTo>
                      <a:pt x="12798" y="12382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712134" y="1044051"/>
                <a:ext cx="2199895" cy="2199689"/>
              </a:xfrm>
              <a:custGeom>
                <a:avLst/>
                <a:gdLst/>
                <a:ahLst/>
                <a:cxnLst/>
                <a:rect l="l" t="t" r="r" b="b"/>
                <a:pathLst>
                  <a:path w="10703" h="10702" extrusionOk="0">
                    <a:moveTo>
                      <a:pt x="1" y="0"/>
                    </a:moveTo>
                    <a:lnTo>
                      <a:pt x="10702" y="10702"/>
                    </a:lnTo>
                    <a:lnTo>
                      <a:pt x="10702" y="10286"/>
                    </a:lnTo>
                    <a:lnTo>
                      <a:pt x="4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8"/>
              <p:cNvSpPr/>
              <p:nvPr/>
            </p:nvSpPr>
            <p:spPr>
              <a:xfrm>
                <a:off x="3114009" y="1222050"/>
                <a:ext cx="2620018" cy="2619813"/>
              </a:xfrm>
              <a:custGeom>
                <a:avLst/>
                <a:gdLst/>
                <a:ahLst/>
                <a:cxnLst/>
                <a:rect l="l" t="t" r="r" b="b"/>
                <a:pathLst>
                  <a:path w="12747" h="12746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12331" y="12746"/>
                    </a:lnTo>
                    <a:lnTo>
                      <a:pt x="12746" y="1274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8"/>
              <p:cNvSpPr/>
              <p:nvPr/>
            </p:nvSpPr>
            <p:spPr>
              <a:xfrm>
                <a:off x="3928774" y="1044051"/>
                <a:ext cx="1983255" cy="1983050"/>
              </a:xfrm>
              <a:custGeom>
                <a:avLst/>
                <a:gdLst/>
                <a:ahLst/>
                <a:cxnLst/>
                <a:rect l="l" t="t" r="r" b="b"/>
                <a:pathLst>
                  <a:path w="9649" h="9648" extrusionOk="0">
                    <a:moveTo>
                      <a:pt x="0" y="0"/>
                    </a:moveTo>
                    <a:lnTo>
                      <a:pt x="9648" y="9648"/>
                    </a:lnTo>
                    <a:lnTo>
                      <a:pt x="9648" y="923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9" name="Google Shape;539;p38"/>
            <p:cNvSpPr/>
            <p:nvPr/>
          </p:nvSpPr>
          <p:spPr>
            <a:xfrm>
              <a:off x="3376280" y="1306321"/>
              <a:ext cx="2273478" cy="2273478"/>
            </a:xfrm>
            <a:custGeom>
              <a:avLst/>
              <a:gdLst/>
              <a:ahLst/>
              <a:cxnLst/>
              <a:rect l="l" t="t" r="r" b="b"/>
              <a:pathLst>
                <a:path w="11061" h="11061" extrusionOk="0">
                  <a:moveTo>
                    <a:pt x="0" y="0"/>
                  </a:moveTo>
                  <a:lnTo>
                    <a:pt x="0" y="11060"/>
                  </a:lnTo>
                  <a:lnTo>
                    <a:pt x="11060" y="11060"/>
                  </a:lnTo>
                  <a:lnTo>
                    <a:pt x="110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3454591" y="1384633"/>
              <a:ext cx="2116651" cy="2116651"/>
            </a:xfrm>
            <a:custGeom>
              <a:avLst/>
              <a:gdLst/>
              <a:ahLst/>
              <a:cxnLst/>
              <a:rect l="l" t="t" r="r" b="b"/>
              <a:pathLst>
                <a:path w="10298" h="10298" extrusionOk="0">
                  <a:moveTo>
                    <a:pt x="1" y="1"/>
                  </a:moveTo>
                  <a:lnTo>
                    <a:pt x="1" y="10298"/>
                  </a:lnTo>
                  <a:lnTo>
                    <a:pt x="10298" y="10298"/>
                  </a:lnTo>
                  <a:lnTo>
                    <a:pt x="10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38"/>
          <p:cNvGrpSpPr/>
          <p:nvPr/>
        </p:nvGrpSpPr>
        <p:grpSpPr>
          <a:xfrm>
            <a:off x="1081361" y="535677"/>
            <a:ext cx="6475486" cy="4149481"/>
            <a:chOff x="1081361" y="535677"/>
            <a:chExt cx="6475486" cy="4149481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1081361" y="613018"/>
              <a:ext cx="6475412" cy="4072140"/>
              <a:chOff x="3000303" y="998421"/>
              <a:chExt cx="2911737" cy="2888043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000303" y="998421"/>
                <a:ext cx="2886809" cy="288804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4051" extrusionOk="0">
                    <a:moveTo>
                      <a:pt x="0" y="0"/>
                    </a:moveTo>
                    <a:lnTo>
                      <a:pt x="0" y="14050"/>
                    </a:lnTo>
                    <a:lnTo>
                      <a:pt x="14044" y="14050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4" name="Google Shape;544;p38"/>
              <p:cNvGrpSpPr/>
              <p:nvPr/>
            </p:nvGrpSpPr>
            <p:grpSpPr>
              <a:xfrm>
                <a:off x="3114009" y="1044051"/>
                <a:ext cx="2798031" cy="2797824"/>
                <a:chOff x="3114009" y="1044051"/>
                <a:chExt cx="2798031" cy="2797824"/>
              </a:xfrm>
            </p:grpSpPr>
            <p:sp>
              <p:nvSpPr>
                <p:cNvPr id="545" name="Google Shape;545;p38"/>
                <p:cNvSpPr/>
                <p:nvPr/>
              </p:nvSpPr>
              <p:spPr>
                <a:xfrm>
                  <a:off x="3114009" y="2515520"/>
                  <a:ext cx="1326555" cy="13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6453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6037" y="6453"/>
                      </a:lnTo>
                      <a:lnTo>
                        <a:pt x="6453" y="64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" name="Google Shape;546;p38"/>
                <p:cNvSpPr/>
                <p:nvPr/>
              </p:nvSpPr>
              <p:spPr>
                <a:xfrm>
                  <a:off x="3114009" y="2300113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085" y="7501"/>
                      </a:lnTo>
                      <a:lnTo>
                        <a:pt x="7501" y="75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38"/>
                <p:cNvSpPr/>
                <p:nvPr/>
              </p:nvSpPr>
              <p:spPr>
                <a:xfrm>
                  <a:off x="3114009" y="2084706"/>
                  <a:ext cx="1757367" cy="175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0" h="8549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8133" y="8549"/>
                      </a:lnTo>
                      <a:lnTo>
                        <a:pt x="8549" y="854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38"/>
                <p:cNvSpPr/>
                <p:nvPr/>
              </p:nvSpPr>
              <p:spPr>
                <a:xfrm>
                  <a:off x="3114009" y="1437251"/>
                  <a:ext cx="2404612" cy="240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9" h="11699" extrusionOk="0">
                      <a:moveTo>
                        <a:pt x="1" y="1"/>
                      </a:moveTo>
                      <a:lnTo>
                        <a:pt x="1" y="417"/>
                      </a:lnTo>
                      <a:lnTo>
                        <a:pt x="11283" y="11699"/>
                      </a:lnTo>
                      <a:lnTo>
                        <a:pt x="11698" y="1169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9" name="Google Shape;549;p38"/>
                <p:cNvSpPr/>
                <p:nvPr/>
              </p:nvSpPr>
              <p:spPr>
                <a:xfrm>
                  <a:off x="3114009" y="1652658"/>
                  <a:ext cx="2189207" cy="218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1" h="10651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0229" y="10651"/>
                      </a:lnTo>
                      <a:lnTo>
                        <a:pt x="10651" y="1065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550;p38"/>
                <p:cNvSpPr/>
                <p:nvPr/>
              </p:nvSpPr>
              <p:spPr>
                <a:xfrm>
                  <a:off x="3114009" y="1869299"/>
                  <a:ext cx="1972567" cy="19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9597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9181" y="9597"/>
                      </a:lnTo>
                      <a:lnTo>
                        <a:pt x="9597" y="959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38"/>
                <p:cNvSpPr/>
                <p:nvPr/>
              </p:nvSpPr>
              <p:spPr>
                <a:xfrm>
                  <a:off x="3114009" y="2730927"/>
                  <a:ext cx="1111149" cy="111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" h="5405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4990" y="5405"/>
                      </a:lnTo>
                      <a:lnTo>
                        <a:pt x="5405" y="540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38"/>
                <p:cNvSpPr/>
                <p:nvPr/>
              </p:nvSpPr>
              <p:spPr>
                <a:xfrm>
                  <a:off x="3114009" y="1044051"/>
                  <a:ext cx="2798016" cy="2797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612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13379" y="13612"/>
                      </a:lnTo>
                      <a:lnTo>
                        <a:pt x="13612" y="13612"/>
                      </a:lnTo>
                      <a:lnTo>
                        <a:pt x="13612" y="13430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38"/>
                <p:cNvSpPr/>
                <p:nvPr/>
              </p:nvSpPr>
              <p:spPr>
                <a:xfrm>
                  <a:off x="5880182" y="1044051"/>
                  <a:ext cx="31859" cy="31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55" extrusionOk="0">
                      <a:moveTo>
                        <a:pt x="0" y="0"/>
                      </a:moveTo>
                      <a:lnTo>
                        <a:pt x="154" y="154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554;p38"/>
                <p:cNvSpPr/>
                <p:nvPr/>
              </p:nvSpPr>
              <p:spPr>
                <a:xfrm>
                  <a:off x="3114009" y="3378176"/>
                  <a:ext cx="463698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2256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1840" y="2256"/>
                      </a:lnTo>
                      <a:lnTo>
                        <a:pt x="2256" y="225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" name="Google Shape;555;p38"/>
                <p:cNvSpPr/>
                <p:nvPr/>
              </p:nvSpPr>
              <p:spPr>
                <a:xfrm>
                  <a:off x="3114009" y="3593583"/>
                  <a:ext cx="248292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" h="1208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92" y="1208"/>
                      </a:lnTo>
                      <a:lnTo>
                        <a:pt x="1208" y="120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" name="Google Shape;556;p38"/>
                <p:cNvSpPr/>
                <p:nvPr/>
              </p:nvSpPr>
              <p:spPr>
                <a:xfrm>
                  <a:off x="3114009" y="2946334"/>
                  <a:ext cx="895743" cy="89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4357" extrusionOk="0">
                      <a:moveTo>
                        <a:pt x="1" y="0"/>
                      </a:moveTo>
                      <a:lnTo>
                        <a:pt x="1" y="421"/>
                      </a:lnTo>
                      <a:lnTo>
                        <a:pt x="3936" y="4357"/>
                      </a:lnTo>
                      <a:lnTo>
                        <a:pt x="4357" y="43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" name="Google Shape;557;p38"/>
                <p:cNvSpPr/>
                <p:nvPr/>
              </p:nvSpPr>
              <p:spPr>
                <a:xfrm>
                  <a:off x="3114009" y="3162769"/>
                  <a:ext cx="679104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3304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2888" y="3304"/>
                      </a:lnTo>
                      <a:lnTo>
                        <a:pt x="3304" y="33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558;p38"/>
                <p:cNvSpPr/>
                <p:nvPr/>
              </p:nvSpPr>
              <p:spPr>
                <a:xfrm>
                  <a:off x="3496727" y="1044051"/>
                  <a:ext cx="2415301" cy="2415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1" h="11750" extrusionOk="0">
                      <a:moveTo>
                        <a:pt x="1" y="0"/>
                      </a:moveTo>
                      <a:lnTo>
                        <a:pt x="11750" y="11749"/>
                      </a:lnTo>
                      <a:lnTo>
                        <a:pt x="11750" y="11334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" name="Google Shape;559;p38"/>
                <p:cNvSpPr/>
                <p:nvPr/>
              </p:nvSpPr>
              <p:spPr>
                <a:xfrm>
                  <a:off x="5017320" y="1044051"/>
                  <a:ext cx="894716" cy="894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4352" extrusionOk="0">
                      <a:moveTo>
                        <a:pt x="1" y="0"/>
                      </a:moveTo>
                      <a:lnTo>
                        <a:pt x="4352" y="4351"/>
                      </a:lnTo>
                      <a:lnTo>
                        <a:pt x="4352" y="3936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" name="Google Shape;560;p38"/>
                <p:cNvSpPr/>
                <p:nvPr/>
              </p:nvSpPr>
              <p:spPr>
                <a:xfrm>
                  <a:off x="5232727" y="1044051"/>
                  <a:ext cx="679310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" h="3304" extrusionOk="0">
                      <a:moveTo>
                        <a:pt x="1" y="0"/>
                      </a:moveTo>
                      <a:lnTo>
                        <a:pt x="3304" y="3304"/>
                      </a:lnTo>
                      <a:lnTo>
                        <a:pt x="3304" y="2888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561;p38"/>
                <p:cNvSpPr/>
                <p:nvPr/>
              </p:nvSpPr>
              <p:spPr>
                <a:xfrm>
                  <a:off x="4802119" y="1044051"/>
                  <a:ext cx="1109916" cy="110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0" h="5400" extrusionOk="0">
                      <a:moveTo>
                        <a:pt x="0" y="0"/>
                      </a:moveTo>
                      <a:lnTo>
                        <a:pt x="5399" y="5399"/>
                      </a:lnTo>
                      <a:lnTo>
                        <a:pt x="5399" y="49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562;p38"/>
                <p:cNvSpPr/>
                <p:nvPr/>
              </p:nvSpPr>
              <p:spPr>
                <a:xfrm>
                  <a:off x="5664775" y="1044051"/>
                  <a:ext cx="247265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208" extrusionOk="0">
                      <a:moveTo>
                        <a:pt x="0" y="0"/>
                      </a:moveTo>
                      <a:lnTo>
                        <a:pt x="1202" y="1208"/>
                      </a:lnTo>
                      <a:lnTo>
                        <a:pt x="1202" y="786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38"/>
                <p:cNvSpPr/>
                <p:nvPr/>
              </p:nvSpPr>
              <p:spPr>
                <a:xfrm>
                  <a:off x="4586711" y="1044051"/>
                  <a:ext cx="1325322" cy="132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8" h="6448" extrusionOk="0">
                      <a:moveTo>
                        <a:pt x="0" y="0"/>
                      </a:moveTo>
                      <a:lnTo>
                        <a:pt x="6447" y="6447"/>
                      </a:lnTo>
                      <a:lnTo>
                        <a:pt x="6447" y="60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38"/>
                <p:cNvSpPr/>
                <p:nvPr/>
              </p:nvSpPr>
              <p:spPr>
                <a:xfrm>
                  <a:off x="5448134" y="1044051"/>
                  <a:ext cx="463904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7" h="2256" extrusionOk="0">
                      <a:moveTo>
                        <a:pt x="1" y="0"/>
                      </a:moveTo>
                      <a:lnTo>
                        <a:pt x="2256" y="2256"/>
                      </a:lnTo>
                      <a:lnTo>
                        <a:pt x="2256" y="1840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38"/>
                <p:cNvSpPr/>
                <p:nvPr/>
              </p:nvSpPr>
              <p:spPr>
                <a:xfrm>
                  <a:off x="4144181" y="1044051"/>
                  <a:ext cx="1767850" cy="17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1" h="8601" extrusionOk="0">
                      <a:moveTo>
                        <a:pt x="0" y="0"/>
                      </a:moveTo>
                      <a:lnTo>
                        <a:pt x="8600" y="8600"/>
                      </a:lnTo>
                      <a:lnTo>
                        <a:pt x="8600" y="81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38"/>
                <p:cNvSpPr/>
                <p:nvPr/>
              </p:nvSpPr>
              <p:spPr>
                <a:xfrm>
                  <a:off x="4370071" y="1044051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0" y="0"/>
                      </a:moveTo>
                      <a:lnTo>
                        <a:pt x="7501" y="7501"/>
                      </a:lnTo>
                      <a:lnTo>
                        <a:pt x="7501" y="7079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" name="Google Shape;567;p38"/>
                <p:cNvSpPr/>
                <p:nvPr/>
              </p:nvSpPr>
              <p:spPr>
                <a:xfrm>
                  <a:off x="3281320" y="1044051"/>
                  <a:ext cx="2630706" cy="263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9" h="12798" extrusionOk="0">
                      <a:moveTo>
                        <a:pt x="1" y="0"/>
                      </a:moveTo>
                      <a:lnTo>
                        <a:pt x="12798" y="12797"/>
                      </a:lnTo>
                      <a:lnTo>
                        <a:pt x="12798" y="12382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3712134" y="1044051"/>
                  <a:ext cx="2199895" cy="2199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3" h="10702" extrusionOk="0">
                      <a:moveTo>
                        <a:pt x="1" y="0"/>
                      </a:moveTo>
                      <a:lnTo>
                        <a:pt x="10702" y="10702"/>
                      </a:lnTo>
                      <a:lnTo>
                        <a:pt x="10702" y="10286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38"/>
                <p:cNvSpPr/>
                <p:nvPr/>
              </p:nvSpPr>
              <p:spPr>
                <a:xfrm>
                  <a:off x="3114009" y="1222050"/>
                  <a:ext cx="2620018" cy="261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7" h="12746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12331" y="12746"/>
                      </a:lnTo>
                      <a:lnTo>
                        <a:pt x="12746" y="1274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38"/>
                <p:cNvSpPr/>
                <p:nvPr/>
              </p:nvSpPr>
              <p:spPr>
                <a:xfrm>
                  <a:off x="3928774" y="1044051"/>
                  <a:ext cx="1983255" cy="198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48" extrusionOk="0">
                      <a:moveTo>
                        <a:pt x="0" y="0"/>
                      </a:moveTo>
                      <a:lnTo>
                        <a:pt x="9648" y="9648"/>
                      </a:lnTo>
                      <a:lnTo>
                        <a:pt x="9648" y="92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71" name="Google Shape;571;p38"/>
              <p:cNvSpPr/>
              <p:nvPr/>
            </p:nvSpPr>
            <p:spPr>
              <a:xfrm>
                <a:off x="3376280" y="1306321"/>
                <a:ext cx="2273478" cy="2273478"/>
              </a:xfrm>
              <a:custGeom>
                <a:avLst/>
                <a:gdLst/>
                <a:ahLst/>
                <a:cxnLst/>
                <a:rect l="l" t="t" r="r" b="b"/>
                <a:pathLst>
                  <a:path w="11061" h="11061" extrusionOk="0">
                    <a:moveTo>
                      <a:pt x="0" y="0"/>
                    </a:moveTo>
                    <a:lnTo>
                      <a:pt x="0" y="11060"/>
                    </a:lnTo>
                    <a:lnTo>
                      <a:pt x="11060" y="11060"/>
                    </a:lnTo>
                    <a:lnTo>
                      <a:pt x="110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3454591" y="1384633"/>
                <a:ext cx="2116651" cy="2116651"/>
              </a:xfrm>
              <a:custGeom>
                <a:avLst/>
                <a:gdLst/>
                <a:ahLst/>
                <a:cxnLst/>
                <a:rect l="l" t="t" r="r" b="b"/>
                <a:pathLst>
                  <a:path w="10298" h="10298" extrusionOk="0">
                    <a:moveTo>
                      <a:pt x="1" y="1"/>
                    </a:moveTo>
                    <a:lnTo>
                      <a:pt x="1" y="10298"/>
                    </a:lnTo>
                    <a:lnTo>
                      <a:pt x="10298" y="10298"/>
                    </a:lnTo>
                    <a:lnTo>
                      <a:pt x="10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3" name="Google Shape;573;p38"/>
            <p:cNvGrpSpPr/>
            <p:nvPr/>
          </p:nvGrpSpPr>
          <p:grpSpPr>
            <a:xfrm>
              <a:off x="1168338" y="535677"/>
              <a:ext cx="6388509" cy="4072140"/>
              <a:chOff x="3069613" y="998421"/>
              <a:chExt cx="2886809" cy="2888043"/>
            </a:xfrm>
          </p:grpSpPr>
          <p:sp>
            <p:nvSpPr>
              <p:cNvPr id="574" name="Google Shape;574;p38"/>
              <p:cNvSpPr/>
              <p:nvPr/>
            </p:nvSpPr>
            <p:spPr>
              <a:xfrm>
                <a:off x="3069612" y="998421"/>
                <a:ext cx="2886809" cy="288804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4051" extrusionOk="0">
                    <a:moveTo>
                      <a:pt x="0" y="0"/>
                    </a:moveTo>
                    <a:lnTo>
                      <a:pt x="0" y="14050"/>
                    </a:lnTo>
                    <a:lnTo>
                      <a:pt x="14044" y="14050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rgbClr val="6E90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5" name="Google Shape;575;p38"/>
              <p:cNvGrpSpPr/>
              <p:nvPr/>
            </p:nvGrpSpPr>
            <p:grpSpPr>
              <a:xfrm>
                <a:off x="3114009" y="1044051"/>
                <a:ext cx="2798031" cy="2797824"/>
                <a:chOff x="3114009" y="1044051"/>
                <a:chExt cx="2798031" cy="2797824"/>
              </a:xfrm>
            </p:grpSpPr>
            <p:sp>
              <p:nvSpPr>
                <p:cNvPr id="576" name="Google Shape;576;p38"/>
                <p:cNvSpPr/>
                <p:nvPr/>
              </p:nvSpPr>
              <p:spPr>
                <a:xfrm>
                  <a:off x="3114009" y="2515520"/>
                  <a:ext cx="1326555" cy="13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6453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6037" y="6453"/>
                      </a:lnTo>
                      <a:lnTo>
                        <a:pt x="6453" y="64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38"/>
                <p:cNvSpPr/>
                <p:nvPr/>
              </p:nvSpPr>
              <p:spPr>
                <a:xfrm>
                  <a:off x="3114009" y="2300113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085" y="7501"/>
                      </a:lnTo>
                      <a:lnTo>
                        <a:pt x="7501" y="75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3114009" y="2084706"/>
                  <a:ext cx="1757367" cy="175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0" h="8549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8133" y="8549"/>
                      </a:lnTo>
                      <a:lnTo>
                        <a:pt x="8549" y="854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3114009" y="1437251"/>
                  <a:ext cx="2404612" cy="240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9" h="11699" extrusionOk="0">
                      <a:moveTo>
                        <a:pt x="1" y="1"/>
                      </a:moveTo>
                      <a:lnTo>
                        <a:pt x="1" y="417"/>
                      </a:lnTo>
                      <a:lnTo>
                        <a:pt x="11283" y="11699"/>
                      </a:lnTo>
                      <a:lnTo>
                        <a:pt x="11698" y="1169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3114009" y="1652658"/>
                  <a:ext cx="2189207" cy="218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1" h="10651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0229" y="10651"/>
                      </a:lnTo>
                      <a:lnTo>
                        <a:pt x="10651" y="1065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38"/>
                <p:cNvSpPr/>
                <p:nvPr/>
              </p:nvSpPr>
              <p:spPr>
                <a:xfrm>
                  <a:off x="3114009" y="1869299"/>
                  <a:ext cx="1972567" cy="19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9597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9181" y="9597"/>
                      </a:lnTo>
                      <a:lnTo>
                        <a:pt x="9597" y="959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38"/>
                <p:cNvSpPr/>
                <p:nvPr/>
              </p:nvSpPr>
              <p:spPr>
                <a:xfrm>
                  <a:off x="3114009" y="2730927"/>
                  <a:ext cx="1111149" cy="111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" h="5405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4990" y="5405"/>
                      </a:lnTo>
                      <a:lnTo>
                        <a:pt x="5405" y="540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3114009" y="1044051"/>
                  <a:ext cx="2798016" cy="2797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612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13379" y="13612"/>
                      </a:lnTo>
                      <a:lnTo>
                        <a:pt x="13612" y="13612"/>
                      </a:lnTo>
                      <a:lnTo>
                        <a:pt x="13612" y="13430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38"/>
                <p:cNvSpPr/>
                <p:nvPr/>
              </p:nvSpPr>
              <p:spPr>
                <a:xfrm>
                  <a:off x="5880182" y="1044051"/>
                  <a:ext cx="31859" cy="31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55" extrusionOk="0">
                      <a:moveTo>
                        <a:pt x="0" y="0"/>
                      </a:moveTo>
                      <a:lnTo>
                        <a:pt x="154" y="154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8"/>
                <p:cNvSpPr/>
                <p:nvPr/>
              </p:nvSpPr>
              <p:spPr>
                <a:xfrm>
                  <a:off x="3114009" y="3378176"/>
                  <a:ext cx="463698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2256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1840" y="2256"/>
                      </a:lnTo>
                      <a:lnTo>
                        <a:pt x="2256" y="225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3114009" y="3593583"/>
                  <a:ext cx="248292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" h="1208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92" y="1208"/>
                      </a:lnTo>
                      <a:lnTo>
                        <a:pt x="1208" y="120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38"/>
                <p:cNvSpPr/>
                <p:nvPr/>
              </p:nvSpPr>
              <p:spPr>
                <a:xfrm>
                  <a:off x="3114009" y="2946334"/>
                  <a:ext cx="895743" cy="89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4357" extrusionOk="0">
                      <a:moveTo>
                        <a:pt x="1" y="0"/>
                      </a:moveTo>
                      <a:lnTo>
                        <a:pt x="1" y="421"/>
                      </a:lnTo>
                      <a:lnTo>
                        <a:pt x="3936" y="4357"/>
                      </a:lnTo>
                      <a:lnTo>
                        <a:pt x="4357" y="43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8"/>
                <p:cNvSpPr/>
                <p:nvPr/>
              </p:nvSpPr>
              <p:spPr>
                <a:xfrm>
                  <a:off x="3114009" y="3162769"/>
                  <a:ext cx="679104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3304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2888" y="3304"/>
                      </a:lnTo>
                      <a:lnTo>
                        <a:pt x="3304" y="33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3496727" y="1044051"/>
                  <a:ext cx="2415301" cy="2415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1" h="11750" extrusionOk="0">
                      <a:moveTo>
                        <a:pt x="1" y="0"/>
                      </a:moveTo>
                      <a:lnTo>
                        <a:pt x="11750" y="11749"/>
                      </a:lnTo>
                      <a:lnTo>
                        <a:pt x="11750" y="11334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8"/>
                <p:cNvSpPr/>
                <p:nvPr/>
              </p:nvSpPr>
              <p:spPr>
                <a:xfrm>
                  <a:off x="5017320" y="1044051"/>
                  <a:ext cx="894716" cy="894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4352" extrusionOk="0">
                      <a:moveTo>
                        <a:pt x="1" y="0"/>
                      </a:moveTo>
                      <a:lnTo>
                        <a:pt x="4352" y="4351"/>
                      </a:lnTo>
                      <a:lnTo>
                        <a:pt x="4352" y="3936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8"/>
                <p:cNvSpPr/>
                <p:nvPr/>
              </p:nvSpPr>
              <p:spPr>
                <a:xfrm>
                  <a:off x="5232727" y="1044051"/>
                  <a:ext cx="679310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" h="3304" extrusionOk="0">
                      <a:moveTo>
                        <a:pt x="1" y="0"/>
                      </a:moveTo>
                      <a:lnTo>
                        <a:pt x="3304" y="3304"/>
                      </a:lnTo>
                      <a:lnTo>
                        <a:pt x="3304" y="2888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8"/>
                <p:cNvSpPr/>
                <p:nvPr/>
              </p:nvSpPr>
              <p:spPr>
                <a:xfrm>
                  <a:off x="4802119" y="1044051"/>
                  <a:ext cx="1109916" cy="110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0" h="5400" extrusionOk="0">
                      <a:moveTo>
                        <a:pt x="0" y="0"/>
                      </a:moveTo>
                      <a:lnTo>
                        <a:pt x="5399" y="5399"/>
                      </a:lnTo>
                      <a:lnTo>
                        <a:pt x="5399" y="49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8"/>
                <p:cNvSpPr/>
                <p:nvPr/>
              </p:nvSpPr>
              <p:spPr>
                <a:xfrm>
                  <a:off x="5664775" y="1044051"/>
                  <a:ext cx="247265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208" extrusionOk="0">
                      <a:moveTo>
                        <a:pt x="0" y="0"/>
                      </a:moveTo>
                      <a:lnTo>
                        <a:pt x="1202" y="1208"/>
                      </a:lnTo>
                      <a:lnTo>
                        <a:pt x="1202" y="786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8"/>
                <p:cNvSpPr/>
                <p:nvPr/>
              </p:nvSpPr>
              <p:spPr>
                <a:xfrm>
                  <a:off x="4586711" y="1044051"/>
                  <a:ext cx="1325322" cy="132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8" h="6448" extrusionOk="0">
                      <a:moveTo>
                        <a:pt x="0" y="0"/>
                      </a:moveTo>
                      <a:lnTo>
                        <a:pt x="6447" y="6447"/>
                      </a:lnTo>
                      <a:lnTo>
                        <a:pt x="6447" y="60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5448134" y="1044051"/>
                  <a:ext cx="463904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7" h="2256" extrusionOk="0">
                      <a:moveTo>
                        <a:pt x="1" y="0"/>
                      </a:moveTo>
                      <a:lnTo>
                        <a:pt x="2256" y="2256"/>
                      </a:lnTo>
                      <a:lnTo>
                        <a:pt x="2256" y="1840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8"/>
                <p:cNvSpPr/>
                <p:nvPr/>
              </p:nvSpPr>
              <p:spPr>
                <a:xfrm>
                  <a:off x="4144181" y="1044051"/>
                  <a:ext cx="1767850" cy="17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1" h="8601" extrusionOk="0">
                      <a:moveTo>
                        <a:pt x="0" y="0"/>
                      </a:moveTo>
                      <a:lnTo>
                        <a:pt x="8600" y="8600"/>
                      </a:lnTo>
                      <a:lnTo>
                        <a:pt x="8600" y="81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8"/>
                <p:cNvSpPr/>
                <p:nvPr/>
              </p:nvSpPr>
              <p:spPr>
                <a:xfrm>
                  <a:off x="4370071" y="1044051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0" y="0"/>
                      </a:moveTo>
                      <a:lnTo>
                        <a:pt x="7501" y="7501"/>
                      </a:lnTo>
                      <a:lnTo>
                        <a:pt x="7501" y="7079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3281320" y="1044051"/>
                  <a:ext cx="2630706" cy="263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9" h="12798" extrusionOk="0">
                      <a:moveTo>
                        <a:pt x="1" y="0"/>
                      </a:moveTo>
                      <a:lnTo>
                        <a:pt x="12798" y="12797"/>
                      </a:lnTo>
                      <a:lnTo>
                        <a:pt x="12798" y="12382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3712134" y="1044051"/>
                  <a:ext cx="2199895" cy="2199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3" h="10702" extrusionOk="0">
                      <a:moveTo>
                        <a:pt x="1" y="0"/>
                      </a:moveTo>
                      <a:lnTo>
                        <a:pt x="10702" y="10702"/>
                      </a:lnTo>
                      <a:lnTo>
                        <a:pt x="10702" y="10286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38"/>
                <p:cNvSpPr/>
                <p:nvPr/>
              </p:nvSpPr>
              <p:spPr>
                <a:xfrm>
                  <a:off x="3114009" y="1222050"/>
                  <a:ext cx="2620018" cy="261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7" h="12746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12331" y="12746"/>
                      </a:lnTo>
                      <a:lnTo>
                        <a:pt x="12746" y="1274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3928774" y="1044051"/>
                  <a:ext cx="1983255" cy="198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48" extrusionOk="0">
                      <a:moveTo>
                        <a:pt x="0" y="0"/>
                      </a:moveTo>
                      <a:lnTo>
                        <a:pt x="9648" y="9648"/>
                      </a:lnTo>
                      <a:lnTo>
                        <a:pt x="9648" y="92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02" name="Google Shape;602;p38"/>
              <p:cNvSpPr/>
              <p:nvPr/>
            </p:nvSpPr>
            <p:spPr>
              <a:xfrm>
                <a:off x="3414822" y="1306327"/>
                <a:ext cx="2199895" cy="2273478"/>
              </a:xfrm>
              <a:custGeom>
                <a:avLst/>
                <a:gdLst/>
                <a:ahLst/>
                <a:cxnLst/>
                <a:rect l="l" t="t" r="r" b="b"/>
                <a:pathLst>
                  <a:path w="11061" h="11061" extrusionOk="0">
                    <a:moveTo>
                      <a:pt x="0" y="0"/>
                    </a:moveTo>
                    <a:lnTo>
                      <a:pt x="0" y="11060"/>
                    </a:lnTo>
                    <a:lnTo>
                      <a:pt x="11060" y="11060"/>
                    </a:lnTo>
                    <a:lnTo>
                      <a:pt x="11060" y="0"/>
                    </a:lnTo>
                    <a:close/>
                  </a:path>
                </a:pathLst>
              </a:custGeom>
              <a:solidFill>
                <a:srgbClr val="E4A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8"/>
              <p:cNvSpPr/>
              <p:nvPr/>
            </p:nvSpPr>
            <p:spPr>
              <a:xfrm>
                <a:off x="3454591" y="1384633"/>
                <a:ext cx="2116651" cy="2116651"/>
              </a:xfrm>
              <a:custGeom>
                <a:avLst/>
                <a:gdLst/>
                <a:ahLst/>
                <a:cxnLst/>
                <a:rect l="l" t="t" r="r" b="b"/>
                <a:pathLst>
                  <a:path w="10298" h="10298" extrusionOk="0">
                    <a:moveTo>
                      <a:pt x="1" y="1"/>
                    </a:moveTo>
                    <a:lnTo>
                      <a:pt x="1" y="10298"/>
                    </a:lnTo>
                    <a:lnTo>
                      <a:pt x="10298" y="10298"/>
                    </a:lnTo>
                    <a:lnTo>
                      <a:pt x="102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4" name="Google Shape;604;p38"/>
          <p:cNvSpPr txBox="1">
            <a:spLocks noGrp="1"/>
          </p:cNvSpPr>
          <p:nvPr>
            <p:ph type="ctrTitle"/>
          </p:nvPr>
        </p:nvSpPr>
        <p:spPr>
          <a:xfrm rot="-696">
            <a:off x="1889970" y="1289832"/>
            <a:ext cx="4945913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FrankRuehl" panose="020E0503060101010101" pitchFamily="34" charset="-79"/>
                <a:cs typeface="FrankRuehl" panose="020E0503060101010101" pitchFamily="34" charset="-79"/>
              </a:rPr>
              <a:t>STATISTIKA MATEMATIKA 1</a:t>
            </a:r>
          </a:p>
        </p:txBody>
      </p:sp>
      <p:sp>
        <p:nvSpPr>
          <p:cNvPr id="605" name="Google Shape;605;p38"/>
          <p:cNvSpPr txBox="1">
            <a:spLocks noGrp="1"/>
          </p:cNvSpPr>
          <p:nvPr>
            <p:ph type="subTitle" idx="1"/>
          </p:nvPr>
        </p:nvSpPr>
        <p:spPr>
          <a:xfrm rot="232">
            <a:off x="2133920" y="3148973"/>
            <a:ext cx="4439700" cy="5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B</a:t>
            </a:r>
            <a:r>
              <a:rPr lang="en" dirty="0">
                <a:solidFill>
                  <a:schemeClr val="dk1"/>
                </a:solidFill>
              </a:rPr>
              <a:t>y : Gusti Uripno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History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Powerball: How the lottery works and ...">
            <a:extLst>
              <a:ext uri="{FF2B5EF4-FFF2-40B4-BE49-F238E27FC236}">
                <a16:creationId xmlns:a16="http://schemas.microsoft.com/office/drawing/2014/main" id="{1D29A194-171A-494C-9D4E-D3958794D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54" y="2131346"/>
            <a:ext cx="3685734" cy="191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ltimate Flat Tax Programs ...">
            <a:extLst>
              <a:ext uri="{FF2B5EF4-FFF2-40B4-BE49-F238E27FC236}">
                <a16:creationId xmlns:a16="http://schemas.microsoft.com/office/drawing/2014/main" id="{0EE231C2-88AA-47B6-A0A5-87B598204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587" y="2014246"/>
            <a:ext cx="3460909" cy="212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99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1 :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FF6FB93-8F76-4C9D-A410-8C9917E0BC4C}"/>
              </a:ext>
            </a:extLst>
          </p:cNvPr>
          <p:cNvSpPr txBox="1"/>
          <p:nvPr/>
        </p:nvSpPr>
        <p:spPr>
          <a:xfrm>
            <a:off x="1385104" y="1383522"/>
            <a:ext cx="6364224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Prinsip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Dasar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Bernoulli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Ruang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sampel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Aksioma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Sifat-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sifat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Bersyarat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Peristiwa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Saling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Bebas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Teorema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Bayes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67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4E936A4-219D-412E-89EC-E6D379F2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563" y="1311883"/>
            <a:ext cx="6547232" cy="1555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207C3C-8896-4030-9882-2AC326DBE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000" y="2905324"/>
            <a:ext cx="4953538" cy="19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5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689A018-8715-4356-A212-68FE8012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233" y="1361060"/>
            <a:ext cx="6389349" cy="1948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88910-B903-4FDF-8705-F0EAD3ABC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233" y="3436356"/>
            <a:ext cx="6360264" cy="13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7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747999D-ECA0-4E70-8424-CB775250B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7" y="1399224"/>
            <a:ext cx="7532742" cy="17033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8843C9-0F9F-4615-928E-06619EA31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65" y="3237964"/>
            <a:ext cx="7580133" cy="110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0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DD4E8F1-37DF-4A9D-BA51-10FA659E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88" y="1773630"/>
            <a:ext cx="7779624" cy="186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7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EE9EA65-07E4-4C09-9355-2C05DCE6B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535642"/>
            <a:ext cx="6172200" cy="429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9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A87185-22E4-4DE8-BCF1-C7DA69C5F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826" y="1331354"/>
            <a:ext cx="6782753" cy="1799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36FC8B-D262-4FF1-8227-5A40F3340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451" y="3131134"/>
            <a:ext cx="6455502" cy="160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5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C6BFE6D-A014-4C3D-89D1-19C797811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98" y="1822134"/>
            <a:ext cx="7593603" cy="214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4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2FC0007-7E2F-4B85-94CD-7E260BBC2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8" y="1234200"/>
            <a:ext cx="6797040" cy="1886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34DFD4-3914-46C5-BCC0-3E33CE4CD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48" y="3120780"/>
            <a:ext cx="6797039" cy="1098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33F1F5-E6BA-48E9-AC5B-69D2C3B71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956" y="4347736"/>
            <a:ext cx="5254445" cy="54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2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9E4C75-5707-4033-A129-EB5A6D42A4AE}"/>
              </a:ext>
            </a:extLst>
          </p:cNvPr>
          <p:cNvSpPr/>
          <p:nvPr/>
        </p:nvSpPr>
        <p:spPr>
          <a:xfrm>
            <a:off x="594360" y="1563845"/>
            <a:ext cx="1025269" cy="5352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996" name="Google Shape;996;p44"/>
          <p:cNvGrpSpPr/>
          <p:nvPr/>
        </p:nvGrpSpPr>
        <p:grpSpPr>
          <a:xfrm rot="-40568">
            <a:off x="2417202" y="139482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549174" y="37787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Percobaan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Bernoulli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48866" y="62016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CEF97FC-7A52-4498-87A9-20EC701A9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397" y="1180924"/>
            <a:ext cx="6114938" cy="2823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41964D-D097-4637-A99D-75F5B40B7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55" y="4085202"/>
            <a:ext cx="6335322" cy="82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6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Percobaan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Bernoulli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9B3B284-3BD6-46A2-B79B-AD80685C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82" y="1520026"/>
            <a:ext cx="6916253" cy="304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8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8C0E46-CA54-43CB-B4A1-51BCE60E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94" y="1501523"/>
            <a:ext cx="7248525" cy="313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4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42741CD-B07F-4A34-ABCD-FAEE8DEC7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489" y="1487878"/>
            <a:ext cx="6983275" cy="31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4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01ED1B8-AEE9-4678-AE78-818ABCCE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1702449"/>
            <a:ext cx="7533187" cy="258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6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ADD6A62-2E44-403C-A257-B21BE5A3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21" y="2268009"/>
            <a:ext cx="7607618" cy="105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4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4D364EB-2D50-45C0-8325-A4422473E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369" y="1487878"/>
            <a:ext cx="5622160" cy="335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0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B2F700E-9EDB-48CC-B7A3-56FA15B6E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60" y="1884364"/>
            <a:ext cx="7475539" cy="187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7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FAB9896-5313-4E38-B93D-A681C7574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81" y="1844423"/>
            <a:ext cx="7288698" cy="25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6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2.4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1CB3A-8113-429A-8818-BF906BED6E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331"/>
          <a:stretch/>
        </p:blipFill>
        <p:spPr>
          <a:xfrm>
            <a:off x="2321182" y="2415663"/>
            <a:ext cx="4511993" cy="67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3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874EC-A61A-433D-A277-656DB66AB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57" y="2261431"/>
            <a:ext cx="5824184" cy="22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9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2.5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D7E8-7E4D-4427-A8A3-1A5D8B6B1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968" y="2571750"/>
            <a:ext cx="6428710" cy="56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7C998D-3614-478A-B399-DDE17AF4B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4" y="2452979"/>
            <a:ext cx="7278741" cy="17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7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2.6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79570-99E6-474B-B04A-D45911EA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762" y="2659018"/>
            <a:ext cx="4420065" cy="80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1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Bantuan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23875-8E85-4F03-8B6F-7B466583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408" y="2271132"/>
            <a:ext cx="3777615" cy="23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4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2.7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F976C-79CC-4884-8C5B-46FECDA12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52" y="2562419"/>
            <a:ext cx="6801188" cy="73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Bantuan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31EB14-E47F-4EB3-9C4D-4EF2928697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6" t="8532" b="5840"/>
          <a:stretch/>
        </p:blipFill>
        <p:spPr>
          <a:xfrm>
            <a:off x="2612098" y="2158561"/>
            <a:ext cx="4265387" cy="228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 2.9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12234-D147-45B2-B00E-0BEEB08A8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35" y="2571750"/>
            <a:ext cx="7495045" cy="140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2A96E-D306-4D98-A37E-33CDA190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4" y="2571750"/>
            <a:ext cx="6953207" cy="103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2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99496" y="1559445"/>
            <a:ext cx="4102439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Ilustrasi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CA8FDE-1C76-415A-AB2A-D08B52D4FCD9}"/>
              </a:ext>
            </a:extLst>
          </p:cNvPr>
          <p:cNvGrpSpPr/>
          <p:nvPr/>
        </p:nvGrpSpPr>
        <p:grpSpPr>
          <a:xfrm>
            <a:off x="1949549" y="2320699"/>
            <a:ext cx="5826772" cy="2233804"/>
            <a:chOff x="2703277" y="2436527"/>
            <a:chExt cx="3305176" cy="15963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29FA5E-B67F-4E54-98AE-1450E39B0D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595" b="34300"/>
            <a:stretch/>
          </p:blipFill>
          <p:spPr>
            <a:xfrm>
              <a:off x="2703278" y="2729955"/>
              <a:ext cx="3305175" cy="5694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FACE0E-3D7D-417B-9566-2851F3972B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78898"/>
            <a:stretch/>
          </p:blipFill>
          <p:spPr>
            <a:xfrm>
              <a:off x="2703278" y="2436527"/>
              <a:ext cx="3305175" cy="46028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320965C-F929-4241-802D-B24F8EAF99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9083" b="568"/>
            <a:stretch/>
          </p:blipFill>
          <p:spPr>
            <a:xfrm>
              <a:off x="2703277" y="3152729"/>
              <a:ext cx="3305175" cy="880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448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843368" y="2152064"/>
            <a:ext cx="1443363" cy="1497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Ilustrasi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FB12C-E240-4A6E-BABC-F144DB200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473" y="1494690"/>
            <a:ext cx="5304572" cy="332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9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711256" y="1844145"/>
            <a:ext cx="1238293" cy="1781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89C7A-6BD5-4FC4-9930-E8B9A6DFF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143" y="2373091"/>
            <a:ext cx="3431858" cy="25034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B6EF4E-DD50-4025-83D1-4EFB64AC5C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14" b="75733"/>
          <a:stretch/>
        </p:blipFill>
        <p:spPr>
          <a:xfrm>
            <a:off x="2482995" y="1476031"/>
            <a:ext cx="5155274" cy="806679"/>
          </a:xfrm>
          <a:prstGeom prst="rect">
            <a:avLst/>
          </a:prstGeom>
        </p:spPr>
      </p:pic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E13836F6-3579-4F5F-BCC3-32DC0020B5EC}"/>
              </a:ext>
            </a:extLst>
          </p:cNvPr>
          <p:cNvSpPr/>
          <p:nvPr/>
        </p:nvSpPr>
        <p:spPr>
          <a:xfrm>
            <a:off x="7701224" y="1963674"/>
            <a:ext cx="731520" cy="1216152"/>
          </a:xfrm>
          <a:prstGeom prst="curvedLeftArrow">
            <a:avLst/>
          </a:prstGeom>
          <a:solidFill>
            <a:srgbClr val="FF0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716666" y="1594671"/>
            <a:ext cx="3668099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bersyarat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65F8B-0DED-41F7-9D88-1FDBBCE5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29" y="2483430"/>
            <a:ext cx="7445837" cy="191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0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Akibat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BD86A-EE63-4B18-9D83-E8B3410D5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2" y="2327889"/>
            <a:ext cx="7318058" cy="220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1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636656" y="1708398"/>
            <a:ext cx="3668099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bersyarat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D5B60-D5B7-4F56-973F-297A2D50D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5" y="2487679"/>
            <a:ext cx="7404382" cy="15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9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2.10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18A48-6A38-412E-9B3E-47E65D8A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51" y="2571750"/>
            <a:ext cx="7569794" cy="15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0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Akibat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2.10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237F8-E76E-4655-8D68-B9F58CBA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98" y="2571750"/>
            <a:ext cx="75819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9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A1A47-8B3B-4338-88A8-950C5619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48" y="2764155"/>
            <a:ext cx="75438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1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9ABDC-85A2-4E01-9AB5-BC1CB1CD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35" y="473169"/>
            <a:ext cx="7667625" cy="4333875"/>
          </a:xfrm>
          <a:prstGeom prst="rect">
            <a:avLst/>
          </a:prstGeom>
        </p:spPr>
      </p:pic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5145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A1A47-8B3B-4338-88A8-950C5619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58" y="2615565"/>
            <a:ext cx="75438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3151142" y="566687"/>
            <a:ext cx="2905718" cy="582728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07163" y="124594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2.12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E01B2-78D4-4851-83B1-7F42C57EF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12" y="2070982"/>
            <a:ext cx="6514148" cy="24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9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3151142" y="566687"/>
            <a:ext cx="2905718" cy="582728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07163" y="124594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2.7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6152F9C-7EB8-4AAB-9854-8818540067E4}"/>
              </a:ext>
            </a:extLst>
          </p:cNvPr>
          <p:cNvGrpSpPr/>
          <p:nvPr/>
        </p:nvGrpSpPr>
        <p:grpSpPr>
          <a:xfrm>
            <a:off x="931715" y="2210316"/>
            <a:ext cx="7403720" cy="1687236"/>
            <a:chOff x="829627" y="1894757"/>
            <a:chExt cx="7403720" cy="16872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58A6E58-D454-476A-97FC-D61E8D0BE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627" y="1894757"/>
              <a:ext cx="7383947" cy="67699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AADFB46-89C2-4E5C-A579-9A7A00CE81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9718"/>
            <a:stretch/>
          </p:blipFill>
          <p:spPr>
            <a:xfrm>
              <a:off x="832712" y="2343150"/>
              <a:ext cx="7400635" cy="1238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292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3151142" y="566687"/>
            <a:ext cx="2905718" cy="582728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13247" y="1220420"/>
            <a:ext cx="3307937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Bantuan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2.7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64608-E348-4E60-A12F-2B365AE73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297" y="1862202"/>
            <a:ext cx="4726555" cy="292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99616" y="1102186"/>
            <a:ext cx="3307937" cy="49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Bayes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21941-B144-432E-B732-5EA54BE7F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84" y="2085545"/>
            <a:ext cx="7814031" cy="17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6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755698" y="1818019"/>
            <a:ext cx="1188212" cy="1873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Bayes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287C7-5843-4D6D-9C10-C71234925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016" y="1195893"/>
            <a:ext cx="6180606" cy="36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5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290956" y="1195893"/>
            <a:ext cx="4349874" cy="49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Peggunaan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Bayes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61488D-84E3-437F-855C-256E8E8684BD}"/>
              </a:ext>
            </a:extLst>
          </p:cNvPr>
          <p:cNvGrpSpPr/>
          <p:nvPr/>
        </p:nvGrpSpPr>
        <p:grpSpPr>
          <a:xfrm>
            <a:off x="1595976" y="2013567"/>
            <a:ext cx="6226366" cy="2536019"/>
            <a:chOff x="1458816" y="1933557"/>
            <a:chExt cx="6226366" cy="25360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186B72-1D82-49A9-AF0F-72522ABDC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8817" y="1933557"/>
              <a:ext cx="6226365" cy="75032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C4216E-7462-411A-B640-6BB45297CE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7500"/>
            <a:stretch/>
          </p:blipFill>
          <p:spPr>
            <a:xfrm>
              <a:off x="1458817" y="2641139"/>
              <a:ext cx="6226365" cy="9732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0DBB83-1D65-4CD9-933E-B296D470E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8817" y="3614430"/>
              <a:ext cx="6226364" cy="29095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B845CB1-328A-4440-AEAE-E514A0E1B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8816" y="3897197"/>
              <a:ext cx="6226363" cy="5723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82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Quotes of the day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992748" y="1641663"/>
            <a:ext cx="7321674" cy="2690307"/>
          </a:xfrm>
          <a:prstGeom prst="rect">
            <a:avLst/>
          </a:prstGeom>
          <a:ln w="571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Matematika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tidak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akan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membawa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anda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kemana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-mana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karena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anda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yang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seharusnya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membawanya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kemana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-mana</a:t>
            </a:r>
            <a:endParaRPr lang="en-ID" sz="2000" i="1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</p:spTree>
    <p:extLst>
      <p:ext uri="{BB962C8B-B14F-4D97-AF65-F5344CB8AC3E}">
        <p14:creationId xmlns:p14="http://schemas.microsoft.com/office/powerpoint/2010/main" val="103708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" name="Google Shape;3089;p72"/>
          <p:cNvGrpSpPr/>
          <p:nvPr/>
        </p:nvGrpSpPr>
        <p:grpSpPr>
          <a:xfrm>
            <a:off x="2775053" y="353422"/>
            <a:ext cx="3091497" cy="1288169"/>
            <a:chOff x="2775053" y="353422"/>
            <a:chExt cx="3091497" cy="1288169"/>
          </a:xfrm>
        </p:grpSpPr>
        <p:grpSp>
          <p:nvGrpSpPr>
            <p:cNvPr id="3090" name="Google Shape;3090;p72"/>
            <p:cNvGrpSpPr/>
            <p:nvPr/>
          </p:nvGrpSpPr>
          <p:grpSpPr>
            <a:xfrm>
              <a:off x="2775053" y="367082"/>
              <a:ext cx="3064372" cy="1274509"/>
              <a:chOff x="-2675977" y="-818601"/>
              <a:chExt cx="3305331" cy="1629390"/>
            </a:xfrm>
          </p:grpSpPr>
          <p:sp>
            <p:nvSpPr>
              <p:cNvPr id="3091" name="Google Shape;3091;p72"/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72"/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72"/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72"/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72"/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72"/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72"/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72"/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72"/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72"/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72"/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72"/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72"/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72"/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72"/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72"/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72"/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72"/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72"/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72"/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72"/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72"/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72"/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72"/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72"/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72"/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72"/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72"/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72"/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72"/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72"/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72"/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23" name="Google Shape;3123;p72"/>
            <p:cNvGrpSpPr/>
            <p:nvPr/>
          </p:nvGrpSpPr>
          <p:grpSpPr>
            <a:xfrm>
              <a:off x="2802178" y="353422"/>
              <a:ext cx="3064372" cy="1274509"/>
              <a:chOff x="-2675977" y="-818601"/>
              <a:chExt cx="3305331" cy="1629390"/>
            </a:xfrm>
          </p:grpSpPr>
          <p:sp>
            <p:nvSpPr>
              <p:cNvPr id="3124" name="Google Shape;3124;p72"/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72"/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72"/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72"/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72"/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72"/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72"/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72"/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72"/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72"/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72"/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72"/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72"/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72"/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72"/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72"/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72"/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72"/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72"/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72"/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72"/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72"/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72"/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72"/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72"/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72"/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72"/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72"/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72"/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72"/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rgbClr val="E4A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72"/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72"/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56" name="Google Shape;3156;p72"/>
          <p:cNvSpPr txBox="1">
            <a:spLocks noGrp="1"/>
          </p:cNvSpPr>
          <p:nvPr>
            <p:ph type="ctrTitle"/>
          </p:nvPr>
        </p:nvSpPr>
        <p:spPr>
          <a:xfrm>
            <a:off x="3050798" y="598700"/>
            <a:ext cx="25671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3158" name="Google Shape;3158;p72"/>
          <p:cNvSpPr txBox="1">
            <a:spLocks noGrp="1"/>
          </p:cNvSpPr>
          <p:nvPr>
            <p:ph type="subTitle" idx="2"/>
          </p:nvPr>
        </p:nvSpPr>
        <p:spPr>
          <a:xfrm>
            <a:off x="2545675" y="1781200"/>
            <a:ext cx="36174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pic>
        <p:nvPicPr>
          <p:cNvPr id="2050" name="Picture 2" descr="Dagelan gambar mari berbagi - Ahh takut ...">
            <a:extLst>
              <a:ext uri="{FF2B5EF4-FFF2-40B4-BE49-F238E27FC236}">
                <a16:creationId xmlns:a16="http://schemas.microsoft.com/office/drawing/2014/main" id="{FF38171E-6A10-4745-801F-C48AA98E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751" y="2138164"/>
            <a:ext cx="3865553" cy="240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11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FF6FB93-8F76-4C9D-A410-8C9917E0BC4C}"/>
              </a:ext>
            </a:extLst>
          </p:cNvPr>
          <p:cNvSpPr txBox="1"/>
          <p:nvPr/>
        </p:nvSpPr>
        <p:spPr>
          <a:xfrm>
            <a:off x="1385104" y="1383522"/>
            <a:ext cx="6364224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Eksperimen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Ruang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Sampel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Awal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Definisi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Peubah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Acak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Kepadatan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Kumulatif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Harapan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Matematis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Varians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Peubah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Acak</a:t>
            </a:r>
            <a:b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34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06016" y="548035"/>
            <a:ext cx="4891778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16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Eksperimen</a:t>
            </a:r>
            <a:r>
              <a:rPr lang="en-US" sz="16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dan Ruang </a:t>
            </a:r>
            <a:r>
              <a:rPr lang="en-US" sz="16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Sampel</a:t>
            </a:r>
            <a:r>
              <a:rPr lang="en-US" sz="16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Awal</a:t>
            </a:r>
            <a:br>
              <a:rPr lang="en-ID" sz="16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</a:br>
            <a:endParaRPr lang="en-ID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621438" y="1737360"/>
            <a:ext cx="1484578" cy="1874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Penulisan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Ruang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sampel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pada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Eksperimen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236416-635E-478F-A652-7391F9F9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85" y="1195893"/>
            <a:ext cx="6129961" cy="363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290956" y="1195893"/>
            <a:ext cx="4349874" cy="49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0E8DA-C159-4D85-8700-909FEF1F8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99" y="1982888"/>
            <a:ext cx="7555802" cy="200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4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599316" y="1989562"/>
            <a:ext cx="1126614" cy="49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61E790-A30C-4B7C-93F2-5825FBB050D9}"/>
              </a:ext>
            </a:extLst>
          </p:cNvPr>
          <p:cNvGrpSpPr/>
          <p:nvPr/>
        </p:nvGrpSpPr>
        <p:grpSpPr>
          <a:xfrm>
            <a:off x="1869564" y="1037297"/>
            <a:ext cx="6675120" cy="3875854"/>
            <a:chOff x="1857537" y="1119557"/>
            <a:chExt cx="6675120" cy="38758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A1B561-E8D0-4D88-A901-F6853E644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537" y="1119557"/>
              <a:ext cx="6675120" cy="197481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8CD096-9DAF-4DC4-B3BA-9BC5F8BF7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7537" y="3052475"/>
              <a:ext cx="6675119" cy="194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04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2342" y="1396080"/>
            <a:ext cx="2238328" cy="380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A8F88B-36C9-40B8-83AB-9EA88FF79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07" y="2106296"/>
            <a:ext cx="6675785" cy="18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2342" y="1396080"/>
            <a:ext cx="2238328" cy="380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022DA-7ECF-4878-A643-2EFAB58BB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55" y="2068737"/>
            <a:ext cx="7311318" cy="205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2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2342" y="1396080"/>
            <a:ext cx="2238328" cy="380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022DA-7ECF-4878-A643-2EFAB58BB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55" y="2068737"/>
            <a:ext cx="7311318" cy="205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716532" y="1162833"/>
            <a:ext cx="3701368" cy="404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Sistem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Aksioma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Preubah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1A5F9B-7452-4F09-9062-B7EFD65424EC}"/>
              </a:ext>
            </a:extLst>
          </p:cNvPr>
          <p:cNvGrpSpPr/>
          <p:nvPr/>
        </p:nvGrpSpPr>
        <p:grpSpPr>
          <a:xfrm>
            <a:off x="1146695" y="1874521"/>
            <a:ext cx="6810420" cy="2616159"/>
            <a:chOff x="1030560" y="1623061"/>
            <a:chExt cx="6810420" cy="26161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6C190C-DAFA-4F7C-BED8-42FEEFC543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6516"/>
            <a:stretch/>
          </p:blipFill>
          <p:spPr>
            <a:xfrm>
              <a:off x="1030560" y="1623061"/>
              <a:ext cx="6810420" cy="235760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3DBB270-900C-426B-A6F8-2FA67CDD7C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4229"/>
            <a:stretch/>
          </p:blipFill>
          <p:spPr>
            <a:xfrm>
              <a:off x="1030560" y="3653533"/>
              <a:ext cx="6810420" cy="585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153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553525" y="1290675"/>
            <a:ext cx="3996759" cy="404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Diskrit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010EC-1AA9-4C1F-9BA3-DC9D310B9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47" y="1937912"/>
            <a:ext cx="7264706" cy="254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6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90FA57B-53A7-4100-9B98-1472AF6F16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57"/>
          <a:stretch/>
        </p:blipFill>
        <p:spPr>
          <a:xfrm>
            <a:off x="1812219" y="2078354"/>
            <a:ext cx="5682732" cy="18307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BE06461-AC75-4F0A-A6D3-76603365789A}"/>
              </a:ext>
            </a:extLst>
          </p:cNvPr>
          <p:cNvSpPr/>
          <p:nvPr/>
        </p:nvSpPr>
        <p:spPr>
          <a:xfrm>
            <a:off x="2553525" y="1290675"/>
            <a:ext cx="3996759" cy="404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Diskrit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</p:spTree>
    <p:extLst>
      <p:ext uri="{BB962C8B-B14F-4D97-AF65-F5344CB8AC3E}">
        <p14:creationId xmlns:p14="http://schemas.microsoft.com/office/powerpoint/2010/main" val="51485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65035" y="1326606"/>
            <a:ext cx="4213929" cy="454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D1D3C-5297-4DFF-91A0-EB2968605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28" y="2041208"/>
            <a:ext cx="6778943" cy="260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0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 rot="16200000">
            <a:off x="595906" y="2229132"/>
            <a:ext cx="1063779" cy="495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FA15D6-EC38-47F1-9A6F-8CF8C57D0A21}"/>
              </a:ext>
            </a:extLst>
          </p:cNvPr>
          <p:cNvGrpSpPr/>
          <p:nvPr/>
        </p:nvGrpSpPr>
        <p:grpSpPr>
          <a:xfrm>
            <a:off x="1518121" y="1217538"/>
            <a:ext cx="6933417" cy="3333899"/>
            <a:chOff x="1518121" y="1217538"/>
            <a:chExt cx="6933417" cy="33338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6C3E31D-B5F6-4A94-9B7B-D04D3345B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8121" y="1217538"/>
              <a:ext cx="6933417" cy="236005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E85E6E3-9D0D-4B52-BDFA-BAA812991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8121" y="3281580"/>
              <a:ext cx="6933417" cy="12698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077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65035" y="1326606"/>
            <a:ext cx="4213929" cy="454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12132-1D6C-45D3-9023-EC688087F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14" y="2250533"/>
            <a:ext cx="7214269" cy="222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0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23713" y="1350044"/>
            <a:ext cx="4296573" cy="410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Kontinu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BCC69-E682-4C53-B982-BC9D215A1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79" y="1991139"/>
            <a:ext cx="727619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0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65035" y="1326606"/>
            <a:ext cx="4213929" cy="454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Kontinu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2D390-FC8C-4CBA-8803-B7C7D13BF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328" y="2282579"/>
            <a:ext cx="6935289" cy="14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0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65035" y="1326606"/>
            <a:ext cx="4213929" cy="454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Akibat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8FE389-C728-4777-AA52-E4B299F202BD}"/>
              </a:ext>
            </a:extLst>
          </p:cNvPr>
          <p:cNvGrpSpPr/>
          <p:nvPr/>
        </p:nvGrpSpPr>
        <p:grpSpPr>
          <a:xfrm>
            <a:off x="799204" y="2366011"/>
            <a:ext cx="7545591" cy="1421633"/>
            <a:chOff x="799204" y="2366011"/>
            <a:chExt cx="7545591" cy="14216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DEEBF8-22BF-4392-8E28-45B96B206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204" y="2366011"/>
              <a:ext cx="7545591" cy="142163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A55019-605F-46A5-A8D1-43488C1EF478}"/>
                </a:ext>
              </a:extLst>
            </p:cNvPr>
            <p:cNvSpPr/>
            <p:nvPr/>
          </p:nvSpPr>
          <p:spPr>
            <a:xfrm>
              <a:off x="6240780" y="3028950"/>
              <a:ext cx="1988820" cy="758694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417271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44940" y="1195893"/>
            <a:ext cx="4213929" cy="454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15BDB0-B8F9-4E9B-B8A2-C71327C7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528" y="1739124"/>
            <a:ext cx="6632944" cy="305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6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689358" y="2173680"/>
            <a:ext cx="1706614" cy="6108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33B18-4997-42EA-800D-E967844F7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162" y="1195893"/>
            <a:ext cx="6018480" cy="351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62241" y="434230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epadatan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752729" y="1279300"/>
            <a:ext cx="1258952" cy="4543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TRY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C5110B-83B5-44BE-840D-826BC3417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912" y="1195989"/>
            <a:ext cx="5721668" cy="35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3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Kumulatif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19405" y="119589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ADA8C-193B-4F91-BF82-9BE81B322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856422"/>
            <a:ext cx="7326172" cy="248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Kumulatif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59385" y="1608868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79F10E-8B67-4FAF-900D-6F660789CD00}"/>
              </a:ext>
            </a:extLst>
          </p:cNvPr>
          <p:cNvGrpSpPr/>
          <p:nvPr/>
        </p:nvGrpSpPr>
        <p:grpSpPr>
          <a:xfrm>
            <a:off x="720861" y="2335391"/>
            <a:ext cx="7702277" cy="1124903"/>
            <a:chOff x="840104" y="2383800"/>
            <a:chExt cx="7702277" cy="112490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19023C0-EBA5-464C-A74E-6917D84FA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04" y="2383800"/>
              <a:ext cx="7702277" cy="112490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ADE08A7-C9B8-42D3-AA57-59364A12ED1E}"/>
                </a:ext>
              </a:extLst>
            </p:cNvPr>
            <p:cNvSpPr/>
            <p:nvPr/>
          </p:nvSpPr>
          <p:spPr>
            <a:xfrm>
              <a:off x="1805940" y="3086100"/>
              <a:ext cx="160020" cy="182880"/>
            </a:xfrm>
            <a:prstGeom prst="ellipse">
              <a:avLst/>
            </a:prstGeom>
            <a:solidFill>
              <a:srgbClr val="F9F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62599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Kumulatif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82245" y="1528550"/>
            <a:ext cx="2881345" cy="425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79F10E-8B67-4FAF-900D-6F660789CD00}"/>
              </a:ext>
            </a:extLst>
          </p:cNvPr>
          <p:cNvGrpSpPr/>
          <p:nvPr/>
        </p:nvGrpSpPr>
        <p:grpSpPr>
          <a:xfrm>
            <a:off x="720861" y="2335391"/>
            <a:ext cx="7702277" cy="1124903"/>
            <a:chOff x="840104" y="2383800"/>
            <a:chExt cx="7702277" cy="112490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19023C0-EBA5-464C-A74E-6917D84FA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04" y="2383800"/>
              <a:ext cx="7702277" cy="112490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ADE08A7-C9B8-42D3-AA57-59364A12ED1E}"/>
                </a:ext>
              </a:extLst>
            </p:cNvPr>
            <p:cNvSpPr/>
            <p:nvPr/>
          </p:nvSpPr>
          <p:spPr>
            <a:xfrm>
              <a:off x="1805940" y="3086100"/>
              <a:ext cx="160020" cy="182880"/>
            </a:xfrm>
            <a:prstGeom prst="ellipse">
              <a:avLst/>
            </a:prstGeom>
            <a:solidFill>
              <a:srgbClr val="F9F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6260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Kumulatif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016535" y="1166280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1FD61-2DA6-479D-BCD1-62C2F7C9C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64" y="1635490"/>
            <a:ext cx="7004685" cy="27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9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Kumulatif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016535" y="1166280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99716-4E79-4BFB-9C9D-BBFB74B7A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314" y="1652920"/>
            <a:ext cx="3630910" cy="301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5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Fungsi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Kumulatif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70815" y="1391429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5D4FD-7427-4F12-AA16-C87B0BF6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39" y="2357279"/>
            <a:ext cx="7528371" cy="106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Harapan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Matematis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Pengantar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38F9B-B94C-6440-C415-908FF5B3C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05" y="1819238"/>
            <a:ext cx="7322759" cy="163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1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79F95351-474F-0793-077C-B9A0F233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5044981B-A66B-E908-3F02-504CBE0D8B40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83F5D95D-5903-2FEB-1DD9-F35ACF9FB35B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7C631E4A-FD93-9C8D-1FF6-AD0A41AAA354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05717A70-C8A3-7B30-73A2-69D4C94F1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Harapan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Matematis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80928FC7-2CD0-B34D-E320-59E189B8607E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D3D19B12-E345-7F18-6ED9-D912A5A941C8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AEB2EEFC-3D5E-4E53-C145-AA6843F509CC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DB038187-507C-B637-4167-5254BDFF55D6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136E977B-62AD-183D-B7C5-BD0D0D531EAA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1237DA71-C556-30E3-7839-16D01F6101F3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680F1D-0923-D60F-E656-6A24EE9779D7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A011E-1812-CFE1-571F-9D753A778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96" y="1740217"/>
            <a:ext cx="7567165" cy="279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2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355F13E5-F027-8039-5BD3-E0147E3E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5AE1FEA9-6770-12ED-8939-B431BC54E439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F0B653D5-9FA0-2F27-7EFE-80E08833C457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66615866-BB4B-C8B6-6C52-1BF8275826C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B63318F2-CD0F-D91C-C1FB-9D3988EA4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Harapan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Matematis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10715AC6-09D1-12B5-E637-774CD50C43E2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B44AB283-FFDA-C001-AD15-0D6003AD1EA1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1842DC73-1447-6A64-6315-AD99E5591082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3F1CE2EC-14B1-4495-28F7-FBE256B921C0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F1D1EEFA-C429-2151-EE8E-578EC6D9C755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43A2FAFD-6403-EC53-AEC4-C43D0C8A167D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8F41936-E5EF-3C88-D700-EEE9DE094B9F}"/>
              </a:ext>
            </a:extLst>
          </p:cNvPr>
          <p:cNvSpPr/>
          <p:nvPr/>
        </p:nvSpPr>
        <p:spPr>
          <a:xfrm>
            <a:off x="2982244" y="1352698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617B9-CD82-C061-7E70-65D4AAFF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52" y="2060854"/>
            <a:ext cx="7638906" cy="177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48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5F60F0C6-B45B-6E61-6403-5D8511C7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45244BE6-F110-7C50-7EC3-0993B976A97A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C7D9A3F1-A51C-9F76-E841-75330F15FD43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B491D746-861A-8867-3D3F-338763349FBC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8C4E9101-BD34-B20F-223D-CAD9183E52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Harapan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Matematis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EA76A526-2D4D-52D9-9EFB-F7BAA3455D23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D7C09A51-28CF-9EF6-0D20-DB386C04CABA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5D751637-B5CE-F661-8B8F-51A75DDD5407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0EE1C92E-F5BE-5DCB-42EC-BC368EBDBE7C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797411FA-8229-6BEF-AD6B-E93F3E715371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41E33A64-EFD6-54F8-0028-74B47512C9FC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08CF2A6-DC18-3E3A-E79E-4EC8C87C1AAD}"/>
              </a:ext>
            </a:extLst>
          </p:cNvPr>
          <p:cNvSpPr/>
          <p:nvPr/>
        </p:nvSpPr>
        <p:spPr>
          <a:xfrm>
            <a:off x="2982244" y="1352698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0FB49-3B19-722D-DE71-5EEBA545D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77" y="1954298"/>
            <a:ext cx="7915603" cy="18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74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Harapan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Matematis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BA4A0-BC07-686A-B5EE-B0B88BB37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697" y="1770343"/>
            <a:ext cx="6963388" cy="280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9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E138BFDD-3E97-3DAF-215C-A6A0409A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C9A66728-BCAB-C85F-F8C0-E6EA1B708EBA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313386AE-99D4-27FC-AA6E-98F56CF31BD2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4C9D3683-02DA-4C0B-2C38-F5A92CFDDBEE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6FAC1EBC-5E02-9A9D-1B91-65C29827CC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Harapan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Matematis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E181221B-E8B3-CC5C-D676-D3BDCE033022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E42489AC-48A1-E563-14DA-B81AA7C91033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5519D4D2-4924-E5A5-26EC-E73B1C0716BE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A55903DE-72D1-C9B0-52F6-866D8FC6A103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64E6B5C3-D4DC-EC30-3A8A-29C56A67DD68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6123F776-2939-D3F9-4416-E0F3F6FF84B9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DBAE08A-28E0-4E12-0227-0F36D3B2F0D5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F98C4-77CE-900B-569C-31C12EFAF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61" y="2054354"/>
            <a:ext cx="7548078" cy="195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97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A8767AB1-F7BA-DAD2-F5EA-2CA816DD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6456A1AC-D3C9-0322-B4E6-E3A95E6FBE48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FB3C258F-32E1-2227-AAF8-496607DC5D3B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25419B25-7ABA-70F0-1CBE-6E0B3128A48E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BED588B2-2864-6549-5632-3C964902D2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Harapan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Matematis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0055FCC0-24EC-E23D-D265-7B88446D33C9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57065A38-2CA0-1EA9-E5C8-637E33A56122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92B3A49C-1D54-4586-3EFE-B9F89EDB39C1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243E5878-55A6-148B-9193-1B454C1AD091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30FDE6E6-1832-A717-A04A-262FBCCCA7BA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D6D3EA7E-ABD3-CF9A-EDFA-761B6B317C48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D42039-0A11-2F0F-2A1F-A5B1AC1F7C02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3D05C-735A-A163-AF24-5279288D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38" y="1944470"/>
            <a:ext cx="6829523" cy="22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0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7DA7F108-1BA3-AC51-DBA6-7C9429579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DA23F731-113C-A97B-3681-BDC1FD34C5C2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AA94BAA1-2204-F1AC-3E7D-3AC8C11A4DC5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1C6F89FB-F309-1C8E-9902-F714B3166FB5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CE602DB8-5103-A858-17AF-3E9E0E77A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Varians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A6E594CB-0B02-E98E-8AB1-F8E918CA5C32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FE265321-9C1A-5BD6-A362-2BA82FA3B23B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6B9CD3D8-C316-FC51-36B0-D38691B96825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D4F40144-DFDC-81DB-5683-9B296AD29C2A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7EC3ECE6-6842-4D2B-B1BE-B29EBA96E83D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2D1B4694-FA17-D564-771B-5D91AABB6FDB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1CD3884-8E14-59A7-EA8A-894C976EFBB9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36162-0B00-5662-FC32-6A2E3720C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29" y="1711227"/>
            <a:ext cx="7543142" cy="247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61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F2727250-9444-27F9-829C-A60E5620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78976609-EC6F-3825-7AD2-39D9BED38452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23AB5B3C-9243-F204-D534-451C105FD2F3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34F447FE-2874-3468-11EC-6A102D2597E2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C0B1948A-0B08-60F2-53E3-28DBC3BF7E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Varians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DC4C49D2-4BDE-1860-C500-6C215476217E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A0AE5EF4-D635-7EE9-8E69-F5A1B019B2D3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3B2D1241-0DD2-B634-2E81-D5EE3FF3A577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DD1ABEA8-735F-5D93-CB0E-B855CCDD97AC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1D5F1835-3719-B2B2-86B8-40B7BAC97914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3C28B366-22A1-11A3-3C0B-0A4885F9F194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41E6D0-5082-8246-2733-ACFD74862FA2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7EE18-5325-FA65-FF62-D50E2736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70" y="1737500"/>
            <a:ext cx="7720291" cy="276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81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EBE8F2C1-E03E-2C3E-658F-DB82251B2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E37F342A-2A4A-F8B8-D7A7-C5E5A1EDED61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E57323CD-7395-8133-73E4-7F462AD25A00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3E81F296-561A-274E-05E1-EABB6E0BC6E1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7FE9ADEB-63E6-A111-6B7D-CA4100E7E9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Varians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AC98D7EE-5ADC-F9E9-4742-D2F67F23B70E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7EB35C21-9780-2D41-CE1E-234671CA03E4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E058EB75-0973-05A3-F4CC-032E81221816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B16AE0A8-54B1-5567-8DCD-75C32081271A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705F04C6-2557-8067-E46D-B43FF0340E4E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305AB4F1-3B1B-900E-FF7A-5C8B2575DF7B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AEC75A0-6C72-D417-4207-875D275BA0F4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E3766-34CF-F638-CE8D-A0860B393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91" y="1953521"/>
            <a:ext cx="7377874" cy="212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06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0977E3B1-006E-107B-7054-FE255749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B5C82082-1702-4C05-56DD-06477691F24F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E7CE353B-D483-315B-9916-66E60393315C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93648C07-B353-8F84-F13C-5826BE92E1D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7198798B-2683-E7C6-A556-0D2FF6F22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Varians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96B50033-D304-2521-F098-70B893613DE4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F22E98E7-C761-BF9D-6E8F-8D190FEAC24A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7356830C-59FF-11F8-961B-53671C99D197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3E31D88B-3223-2F01-3C56-FF6EA0D427C7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A45D1D55-D862-2579-BE67-2C2C84AB7219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EE0EAC98-4534-2A88-DCB9-18E71058191C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D59A13E-0606-C734-B74B-B3CA3343AD70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F8A171-F8A6-3592-AF0A-EEABFA49C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147"/>
          <a:stretch/>
        </p:blipFill>
        <p:spPr>
          <a:xfrm>
            <a:off x="957246" y="1965255"/>
            <a:ext cx="7189318" cy="14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37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ECCE8FC9-970E-956B-6E9E-98515D53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DD139095-A1AD-D965-3D26-636F2C667CF6}"/>
              </a:ext>
            </a:extLst>
          </p:cNvPr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2694E58F-38D6-0915-8FCE-4D11FC6B1739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E8EEDF0F-611C-123A-391B-879C9C4986D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DDE4A2B0-8C6C-4CCD-0785-230EAED76F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2 :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Varians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Peubah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Acak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05CC3E63-22B6-4D96-1800-A3A206F4C1E7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0C124340-22CF-119E-3230-0FD4DC653EE8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744A6C32-AB7D-84FC-9E42-9551A6076778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7A40BAD4-78EB-A2C5-5FB3-15046315C356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A88B34EF-73CC-467C-2E0F-444995D7D9EC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99983054-E19B-E1B1-60DC-64DD883651D6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B781DC8-497D-3C9F-3880-B5F4FB777444}"/>
              </a:ext>
            </a:extLst>
          </p:cNvPr>
          <p:cNvSpPr/>
          <p:nvPr/>
        </p:nvSpPr>
        <p:spPr>
          <a:xfrm>
            <a:off x="2982245" y="1132523"/>
            <a:ext cx="2905189" cy="369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DD305-F795-E7FE-CE0F-9998F2DF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560" y="1735789"/>
            <a:ext cx="7179644" cy="274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24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>
          <a:extLst>
            <a:ext uri="{FF2B5EF4-FFF2-40B4-BE49-F238E27FC236}">
              <a16:creationId xmlns:a16="http://schemas.microsoft.com/office/drawing/2014/main" id="{444BC965-AD9F-E1F0-69DF-C8432047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" name="Google Shape;3089;p72">
            <a:extLst>
              <a:ext uri="{FF2B5EF4-FFF2-40B4-BE49-F238E27FC236}">
                <a16:creationId xmlns:a16="http://schemas.microsoft.com/office/drawing/2014/main" id="{0B9005CE-CBA3-5EAB-307F-6B9F4BD617A3}"/>
              </a:ext>
            </a:extLst>
          </p:cNvPr>
          <p:cNvGrpSpPr/>
          <p:nvPr/>
        </p:nvGrpSpPr>
        <p:grpSpPr>
          <a:xfrm>
            <a:off x="2775053" y="353422"/>
            <a:ext cx="3091497" cy="1288169"/>
            <a:chOff x="2775053" y="353422"/>
            <a:chExt cx="3091497" cy="1288169"/>
          </a:xfrm>
        </p:grpSpPr>
        <p:grpSp>
          <p:nvGrpSpPr>
            <p:cNvPr id="3090" name="Google Shape;3090;p72">
              <a:extLst>
                <a:ext uri="{FF2B5EF4-FFF2-40B4-BE49-F238E27FC236}">
                  <a16:creationId xmlns:a16="http://schemas.microsoft.com/office/drawing/2014/main" id="{219F0C6F-8DB1-B583-2568-515185A97CEF}"/>
                </a:ext>
              </a:extLst>
            </p:cNvPr>
            <p:cNvGrpSpPr/>
            <p:nvPr/>
          </p:nvGrpSpPr>
          <p:grpSpPr>
            <a:xfrm>
              <a:off x="2775053" y="367082"/>
              <a:ext cx="3064372" cy="1274509"/>
              <a:chOff x="-2675977" y="-818601"/>
              <a:chExt cx="3305331" cy="1629390"/>
            </a:xfrm>
          </p:grpSpPr>
          <p:sp>
            <p:nvSpPr>
              <p:cNvPr id="3091" name="Google Shape;3091;p72">
                <a:extLst>
                  <a:ext uri="{FF2B5EF4-FFF2-40B4-BE49-F238E27FC236}">
                    <a16:creationId xmlns:a16="http://schemas.microsoft.com/office/drawing/2014/main" id="{66D45FCC-BBB0-E9D4-909D-A1F1880B608C}"/>
                  </a:ext>
                </a:extLst>
              </p:cNvPr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72">
                <a:extLst>
                  <a:ext uri="{FF2B5EF4-FFF2-40B4-BE49-F238E27FC236}">
                    <a16:creationId xmlns:a16="http://schemas.microsoft.com/office/drawing/2014/main" id="{EDF2595F-0571-7D62-3B45-BD8E80488C62}"/>
                  </a:ext>
                </a:extLst>
              </p:cNvPr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72">
                <a:extLst>
                  <a:ext uri="{FF2B5EF4-FFF2-40B4-BE49-F238E27FC236}">
                    <a16:creationId xmlns:a16="http://schemas.microsoft.com/office/drawing/2014/main" id="{E9B7F8C6-973B-AF92-8439-3A508DAA6EF5}"/>
                  </a:ext>
                </a:extLst>
              </p:cNvPr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72">
                <a:extLst>
                  <a:ext uri="{FF2B5EF4-FFF2-40B4-BE49-F238E27FC236}">
                    <a16:creationId xmlns:a16="http://schemas.microsoft.com/office/drawing/2014/main" id="{822B71C1-2340-821F-1A6A-7F5A85727450}"/>
                  </a:ext>
                </a:extLst>
              </p:cNvPr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72">
                <a:extLst>
                  <a:ext uri="{FF2B5EF4-FFF2-40B4-BE49-F238E27FC236}">
                    <a16:creationId xmlns:a16="http://schemas.microsoft.com/office/drawing/2014/main" id="{7F28CE25-CAC5-C868-6AC2-018C7DE0AEE6}"/>
                  </a:ext>
                </a:extLst>
              </p:cNvPr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72">
                <a:extLst>
                  <a:ext uri="{FF2B5EF4-FFF2-40B4-BE49-F238E27FC236}">
                    <a16:creationId xmlns:a16="http://schemas.microsoft.com/office/drawing/2014/main" id="{3F5CA8DB-31A8-FA80-CA13-68121D64DC43}"/>
                  </a:ext>
                </a:extLst>
              </p:cNvPr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72">
                <a:extLst>
                  <a:ext uri="{FF2B5EF4-FFF2-40B4-BE49-F238E27FC236}">
                    <a16:creationId xmlns:a16="http://schemas.microsoft.com/office/drawing/2014/main" id="{AB7ED913-4AFB-B636-1722-4EA97F8E4FDD}"/>
                  </a:ext>
                </a:extLst>
              </p:cNvPr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72">
                <a:extLst>
                  <a:ext uri="{FF2B5EF4-FFF2-40B4-BE49-F238E27FC236}">
                    <a16:creationId xmlns:a16="http://schemas.microsoft.com/office/drawing/2014/main" id="{3FA58B3D-04C0-CCE6-0728-BD7257734D8D}"/>
                  </a:ext>
                </a:extLst>
              </p:cNvPr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72">
                <a:extLst>
                  <a:ext uri="{FF2B5EF4-FFF2-40B4-BE49-F238E27FC236}">
                    <a16:creationId xmlns:a16="http://schemas.microsoft.com/office/drawing/2014/main" id="{C6BF88FB-E3D9-6801-4459-4023B972120B}"/>
                  </a:ext>
                </a:extLst>
              </p:cNvPr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72">
                <a:extLst>
                  <a:ext uri="{FF2B5EF4-FFF2-40B4-BE49-F238E27FC236}">
                    <a16:creationId xmlns:a16="http://schemas.microsoft.com/office/drawing/2014/main" id="{5825AB70-943A-4A80-F1FB-7F2875F99E2D}"/>
                  </a:ext>
                </a:extLst>
              </p:cNvPr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72">
                <a:extLst>
                  <a:ext uri="{FF2B5EF4-FFF2-40B4-BE49-F238E27FC236}">
                    <a16:creationId xmlns:a16="http://schemas.microsoft.com/office/drawing/2014/main" id="{48AEEED3-650A-0777-4918-E05FCFBCFC24}"/>
                  </a:ext>
                </a:extLst>
              </p:cNvPr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72">
                <a:extLst>
                  <a:ext uri="{FF2B5EF4-FFF2-40B4-BE49-F238E27FC236}">
                    <a16:creationId xmlns:a16="http://schemas.microsoft.com/office/drawing/2014/main" id="{1CA11830-EAA9-8393-77B9-657E6D493C55}"/>
                  </a:ext>
                </a:extLst>
              </p:cNvPr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72">
                <a:extLst>
                  <a:ext uri="{FF2B5EF4-FFF2-40B4-BE49-F238E27FC236}">
                    <a16:creationId xmlns:a16="http://schemas.microsoft.com/office/drawing/2014/main" id="{6D23A17B-645C-65AC-E13B-9EACEDA37547}"/>
                  </a:ext>
                </a:extLst>
              </p:cNvPr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72">
                <a:extLst>
                  <a:ext uri="{FF2B5EF4-FFF2-40B4-BE49-F238E27FC236}">
                    <a16:creationId xmlns:a16="http://schemas.microsoft.com/office/drawing/2014/main" id="{D344504C-2EF8-D0F9-6541-341974045887}"/>
                  </a:ext>
                </a:extLst>
              </p:cNvPr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72">
                <a:extLst>
                  <a:ext uri="{FF2B5EF4-FFF2-40B4-BE49-F238E27FC236}">
                    <a16:creationId xmlns:a16="http://schemas.microsoft.com/office/drawing/2014/main" id="{85B14E87-84E8-95EF-71C4-981A30A6EEFD}"/>
                  </a:ext>
                </a:extLst>
              </p:cNvPr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72">
                <a:extLst>
                  <a:ext uri="{FF2B5EF4-FFF2-40B4-BE49-F238E27FC236}">
                    <a16:creationId xmlns:a16="http://schemas.microsoft.com/office/drawing/2014/main" id="{A3D57A4B-EB20-367C-AE4E-D37995D3C276}"/>
                  </a:ext>
                </a:extLst>
              </p:cNvPr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72">
                <a:extLst>
                  <a:ext uri="{FF2B5EF4-FFF2-40B4-BE49-F238E27FC236}">
                    <a16:creationId xmlns:a16="http://schemas.microsoft.com/office/drawing/2014/main" id="{9A2E2838-D4E0-3A71-6C26-D84720DA7856}"/>
                  </a:ext>
                </a:extLst>
              </p:cNvPr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72">
                <a:extLst>
                  <a:ext uri="{FF2B5EF4-FFF2-40B4-BE49-F238E27FC236}">
                    <a16:creationId xmlns:a16="http://schemas.microsoft.com/office/drawing/2014/main" id="{3AE982EF-24B3-CFEA-2546-94EC83C1F68A}"/>
                  </a:ext>
                </a:extLst>
              </p:cNvPr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72">
                <a:extLst>
                  <a:ext uri="{FF2B5EF4-FFF2-40B4-BE49-F238E27FC236}">
                    <a16:creationId xmlns:a16="http://schemas.microsoft.com/office/drawing/2014/main" id="{2E8F070E-8977-96F1-BF09-0AB65C5E3CB6}"/>
                  </a:ext>
                </a:extLst>
              </p:cNvPr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72">
                <a:extLst>
                  <a:ext uri="{FF2B5EF4-FFF2-40B4-BE49-F238E27FC236}">
                    <a16:creationId xmlns:a16="http://schemas.microsoft.com/office/drawing/2014/main" id="{335047D5-B167-26BA-3F17-0B2140F12593}"/>
                  </a:ext>
                </a:extLst>
              </p:cNvPr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72">
                <a:extLst>
                  <a:ext uri="{FF2B5EF4-FFF2-40B4-BE49-F238E27FC236}">
                    <a16:creationId xmlns:a16="http://schemas.microsoft.com/office/drawing/2014/main" id="{D26F8555-F832-B476-1275-97653154C4D5}"/>
                  </a:ext>
                </a:extLst>
              </p:cNvPr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72">
                <a:extLst>
                  <a:ext uri="{FF2B5EF4-FFF2-40B4-BE49-F238E27FC236}">
                    <a16:creationId xmlns:a16="http://schemas.microsoft.com/office/drawing/2014/main" id="{084DC745-4372-4183-9DC9-8655AF2D13C8}"/>
                  </a:ext>
                </a:extLst>
              </p:cNvPr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72">
                <a:extLst>
                  <a:ext uri="{FF2B5EF4-FFF2-40B4-BE49-F238E27FC236}">
                    <a16:creationId xmlns:a16="http://schemas.microsoft.com/office/drawing/2014/main" id="{910D7089-04EC-ED27-3C25-F65DFDFD1FA0}"/>
                  </a:ext>
                </a:extLst>
              </p:cNvPr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72">
                <a:extLst>
                  <a:ext uri="{FF2B5EF4-FFF2-40B4-BE49-F238E27FC236}">
                    <a16:creationId xmlns:a16="http://schemas.microsoft.com/office/drawing/2014/main" id="{2439CC70-E956-BA68-0E85-7693AE0ACA83}"/>
                  </a:ext>
                </a:extLst>
              </p:cNvPr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72">
                <a:extLst>
                  <a:ext uri="{FF2B5EF4-FFF2-40B4-BE49-F238E27FC236}">
                    <a16:creationId xmlns:a16="http://schemas.microsoft.com/office/drawing/2014/main" id="{DCE5086D-3A7E-19B4-794C-779F11F2621D}"/>
                  </a:ext>
                </a:extLst>
              </p:cNvPr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72">
                <a:extLst>
                  <a:ext uri="{FF2B5EF4-FFF2-40B4-BE49-F238E27FC236}">
                    <a16:creationId xmlns:a16="http://schemas.microsoft.com/office/drawing/2014/main" id="{101AD413-23C8-3C12-7E75-5742C8B92477}"/>
                  </a:ext>
                </a:extLst>
              </p:cNvPr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72">
                <a:extLst>
                  <a:ext uri="{FF2B5EF4-FFF2-40B4-BE49-F238E27FC236}">
                    <a16:creationId xmlns:a16="http://schemas.microsoft.com/office/drawing/2014/main" id="{E6853A18-E960-F78A-8CCD-870895068F5F}"/>
                  </a:ext>
                </a:extLst>
              </p:cNvPr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72">
                <a:extLst>
                  <a:ext uri="{FF2B5EF4-FFF2-40B4-BE49-F238E27FC236}">
                    <a16:creationId xmlns:a16="http://schemas.microsoft.com/office/drawing/2014/main" id="{29FB57EC-878C-8CD0-C0FB-87A6A32E20F5}"/>
                  </a:ext>
                </a:extLst>
              </p:cNvPr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72">
                <a:extLst>
                  <a:ext uri="{FF2B5EF4-FFF2-40B4-BE49-F238E27FC236}">
                    <a16:creationId xmlns:a16="http://schemas.microsoft.com/office/drawing/2014/main" id="{4767DD0F-5F40-8B8B-D656-B016800DE0A3}"/>
                  </a:ext>
                </a:extLst>
              </p:cNvPr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72">
                <a:extLst>
                  <a:ext uri="{FF2B5EF4-FFF2-40B4-BE49-F238E27FC236}">
                    <a16:creationId xmlns:a16="http://schemas.microsoft.com/office/drawing/2014/main" id="{483DFEA9-A8B5-706E-1CD8-785221BFA686}"/>
                  </a:ext>
                </a:extLst>
              </p:cNvPr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72">
                <a:extLst>
                  <a:ext uri="{FF2B5EF4-FFF2-40B4-BE49-F238E27FC236}">
                    <a16:creationId xmlns:a16="http://schemas.microsoft.com/office/drawing/2014/main" id="{59FBEF81-905E-2CC6-5948-7B84493C1E28}"/>
                  </a:ext>
                </a:extLst>
              </p:cNvPr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72">
                <a:extLst>
                  <a:ext uri="{FF2B5EF4-FFF2-40B4-BE49-F238E27FC236}">
                    <a16:creationId xmlns:a16="http://schemas.microsoft.com/office/drawing/2014/main" id="{1463D74D-4A77-9FD3-3059-440E044EE571}"/>
                  </a:ext>
                </a:extLst>
              </p:cNvPr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23" name="Google Shape;3123;p72">
              <a:extLst>
                <a:ext uri="{FF2B5EF4-FFF2-40B4-BE49-F238E27FC236}">
                  <a16:creationId xmlns:a16="http://schemas.microsoft.com/office/drawing/2014/main" id="{9C535975-4D68-4EDF-3589-2BE1AE90BB16}"/>
                </a:ext>
              </a:extLst>
            </p:cNvPr>
            <p:cNvGrpSpPr/>
            <p:nvPr/>
          </p:nvGrpSpPr>
          <p:grpSpPr>
            <a:xfrm>
              <a:off x="2802178" y="353422"/>
              <a:ext cx="3064372" cy="1274509"/>
              <a:chOff x="-2675977" y="-818601"/>
              <a:chExt cx="3305331" cy="1629390"/>
            </a:xfrm>
          </p:grpSpPr>
          <p:sp>
            <p:nvSpPr>
              <p:cNvPr id="3124" name="Google Shape;3124;p72">
                <a:extLst>
                  <a:ext uri="{FF2B5EF4-FFF2-40B4-BE49-F238E27FC236}">
                    <a16:creationId xmlns:a16="http://schemas.microsoft.com/office/drawing/2014/main" id="{07AF22F9-563C-0F05-74AB-753789BA73AF}"/>
                  </a:ext>
                </a:extLst>
              </p:cNvPr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72">
                <a:extLst>
                  <a:ext uri="{FF2B5EF4-FFF2-40B4-BE49-F238E27FC236}">
                    <a16:creationId xmlns:a16="http://schemas.microsoft.com/office/drawing/2014/main" id="{4675357B-874C-5896-75DD-FE3CA2F4A03B}"/>
                  </a:ext>
                </a:extLst>
              </p:cNvPr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72">
                <a:extLst>
                  <a:ext uri="{FF2B5EF4-FFF2-40B4-BE49-F238E27FC236}">
                    <a16:creationId xmlns:a16="http://schemas.microsoft.com/office/drawing/2014/main" id="{ABD1C149-C2F0-B43A-CC47-178E5068995D}"/>
                  </a:ext>
                </a:extLst>
              </p:cNvPr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72">
                <a:extLst>
                  <a:ext uri="{FF2B5EF4-FFF2-40B4-BE49-F238E27FC236}">
                    <a16:creationId xmlns:a16="http://schemas.microsoft.com/office/drawing/2014/main" id="{7C9A8409-0539-D7A5-8474-7FB310A6A45B}"/>
                  </a:ext>
                </a:extLst>
              </p:cNvPr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72">
                <a:extLst>
                  <a:ext uri="{FF2B5EF4-FFF2-40B4-BE49-F238E27FC236}">
                    <a16:creationId xmlns:a16="http://schemas.microsoft.com/office/drawing/2014/main" id="{0D5AA8DD-75E2-48C1-EA81-EE7E68DB059E}"/>
                  </a:ext>
                </a:extLst>
              </p:cNvPr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72">
                <a:extLst>
                  <a:ext uri="{FF2B5EF4-FFF2-40B4-BE49-F238E27FC236}">
                    <a16:creationId xmlns:a16="http://schemas.microsoft.com/office/drawing/2014/main" id="{EE4C86D4-CDB8-7369-72D5-06CC55283911}"/>
                  </a:ext>
                </a:extLst>
              </p:cNvPr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72">
                <a:extLst>
                  <a:ext uri="{FF2B5EF4-FFF2-40B4-BE49-F238E27FC236}">
                    <a16:creationId xmlns:a16="http://schemas.microsoft.com/office/drawing/2014/main" id="{321302DE-6A5F-7726-3595-ED9C007E8B03}"/>
                  </a:ext>
                </a:extLst>
              </p:cNvPr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72">
                <a:extLst>
                  <a:ext uri="{FF2B5EF4-FFF2-40B4-BE49-F238E27FC236}">
                    <a16:creationId xmlns:a16="http://schemas.microsoft.com/office/drawing/2014/main" id="{1F24B999-D9BF-8BD3-9295-7FFF1FCA59BF}"/>
                  </a:ext>
                </a:extLst>
              </p:cNvPr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72">
                <a:extLst>
                  <a:ext uri="{FF2B5EF4-FFF2-40B4-BE49-F238E27FC236}">
                    <a16:creationId xmlns:a16="http://schemas.microsoft.com/office/drawing/2014/main" id="{C2FD9E70-2952-B009-AA14-4C96C2125037}"/>
                  </a:ext>
                </a:extLst>
              </p:cNvPr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72">
                <a:extLst>
                  <a:ext uri="{FF2B5EF4-FFF2-40B4-BE49-F238E27FC236}">
                    <a16:creationId xmlns:a16="http://schemas.microsoft.com/office/drawing/2014/main" id="{B4306926-48BE-352E-B588-5842267900BE}"/>
                  </a:ext>
                </a:extLst>
              </p:cNvPr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72">
                <a:extLst>
                  <a:ext uri="{FF2B5EF4-FFF2-40B4-BE49-F238E27FC236}">
                    <a16:creationId xmlns:a16="http://schemas.microsoft.com/office/drawing/2014/main" id="{65367453-609E-6217-5CD3-9F9C79BA2B1D}"/>
                  </a:ext>
                </a:extLst>
              </p:cNvPr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72">
                <a:extLst>
                  <a:ext uri="{FF2B5EF4-FFF2-40B4-BE49-F238E27FC236}">
                    <a16:creationId xmlns:a16="http://schemas.microsoft.com/office/drawing/2014/main" id="{C7D96BA3-AE58-F3BD-2E03-AED2951A0A66}"/>
                  </a:ext>
                </a:extLst>
              </p:cNvPr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72">
                <a:extLst>
                  <a:ext uri="{FF2B5EF4-FFF2-40B4-BE49-F238E27FC236}">
                    <a16:creationId xmlns:a16="http://schemas.microsoft.com/office/drawing/2014/main" id="{C36BEE7E-0212-B9D2-E524-98FBA24FAAF1}"/>
                  </a:ext>
                </a:extLst>
              </p:cNvPr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72">
                <a:extLst>
                  <a:ext uri="{FF2B5EF4-FFF2-40B4-BE49-F238E27FC236}">
                    <a16:creationId xmlns:a16="http://schemas.microsoft.com/office/drawing/2014/main" id="{0F589F7B-B583-8FE4-585B-54D6DD369F1A}"/>
                  </a:ext>
                </a:extLst>
              </p:cNvPr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72">
                <a:extLst>
                  <a:ext uri="{FF2B5EF4-FFF2-40B4-BE49-F238E27FC236}">
                    <a16:creationId xmlns:a16="http://schemas.microsoft.com/office/drawing/2014/main" id="{A5556F99-E718-C267-C4DE-7237F9E6BB05}"/>
                  </a:ext>
                </a:extLst>
              </p:cNvPr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72">
                <a:extLst>
                  <a:ext uri="{FF2B5EF4-FFF2-40B4-BE49-F238E27FC236}">
                    <a16:creationId xmlns:a16="http://schemas.microsoft.com/office/drawing/2014/main" id="{BD2C06EB-91B3-4D7E-649F-BB45E1E5349E}"/>
                  </a:ext>
                </a:extLst>
              </p:cNvPr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72">
                <a:extLst>
                  <a:ext uri="{FF2B5EF4-FFF2-40B4-BE49-F238E27FC236}">
                    <a16:creationId xmlns:a16="http://schemas.microsoft.com/office/drawing/2014/main" id="{80ECA2E1-F89B-812F-CA63-F6869C28D2F5}"/>
                  </a:ext>
                </a:extLst>
              </p:cNvPr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72">
                <a:extLst>
                  <a:ext uri="{FF2B5EF4-FFF2-40B4-BE49-F238E27FC236}">
                    <a16:creationId xmlns:a16="http://schemas.microsoft.com/office/drawing/2014/main" id="{FF082FD9-49CE-5A1A-8FD7-0414400D9764}"/>
                  </a:ext>
                </a:extLst>
              </p:cNvPr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72">
                <a:extLst>
                  <a:ext uri="{FF2B5EF4-FFF2-40B4-BE49-F238E27FC236}">
                    <a16:creationId xmlns:a16="http://schemas.microsoft.com/office/drawing/2014/main" id="{FA30F2CC-0EB2-5D47-717D-21C66CB9976E}"/>
                  </a:ext>
                </a:extLst>
              </p:cNvPr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72">
                <a:extLst>
                  <a:ext uri="{FF2B5EF4-FFF2-40B4-BE49-F238E27FC236}">
                    <a16:creationId xmlns:a16="http://schemas.microsoft.com/office/drawing/2014/main" id="{D0EDB901-F398-08F8-D19A-7CFD4726CC7D}"/>
                  </a:ext>
                </a:extLst>
              </p:cNvPr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72">
                <a:extLst>
                  <a:ext uri="{FF2B5EF4-FFF2-40B4-BE49-F238E27FC236}">
                    <a16:creationId xmlns:a16="http://schemas.microsoft.com/office/drawing/2014/main" id="{9B7B5D5B-44B5-1907-0577-7E1D9CEA9B91}"/>
                  </a:ext>
                </a:extLst>
              </p:cNvPr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72">
                <a:extLst>
                  <a:ext uri="{FF2B5EF4-FFF2-40B4-BE49-F238E27FC236}">
                    <a16:creationId xmlns:a16="http://schemas.microsoft.com/office/drawing/2014/main" id="{7AF7339D-5043-981F-C975-B8A3CB423748}"/>
                  </a:ext>
                </a:extLst>
              </p:cNvPr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72">
                <a:extLst>
                  <a:ext uri="{FF2B5EF4-FFF2-40B4-BE49-F238E27FC236}">
                    <a16:creationId xmlns:a16="http://schemas.microsoft.com/office/drawing/2014/main" id="{493693CF-1D56-B429-CCC4-529E0A54C337}"/>
                  </a:ext>
                </a:extLst>
              </p:cNvPr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72">
                <a:extLst>
                  <a:ext uri="{FF2B5EF4-FFF2-40B4-BE49-F238E27FC236}">
                    <a16:creationId xmlns:a16="http://schemas.microsoft.com/office/drawing/2014/main" id="{9DC3F208-AEA2-30DB-89D1-6CF2B0DC0574}"/>
                  </a:ext>
                </a:extLst>
              </p:cNvPr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72">
                <a:extLst>
                  <a:ext uri="{FF2B5EF4-FFF2-40B4-BE49-F238E27FC236}">
                    <a16:creationId xmlns:a16="http://schemas.microsoft.com/office/drawing/2014/main" id="{77C20E64-D1E6-F68B-66D6-BAEE868E15F7}"/>
                  </a:ext>
                </a:extLst>
              </p:cNvPr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72">
                <a:extLst>
                  <a:ext uri="{FF2B5EF4-FFF2-40B4-BE49-F238E27FC236}">
                    <a16:creationId xmlns:a16="http://schemas.microsoft.com/office/drawing/2014/main" id="{D9249585-D004-416F-9ADD-474519E4435F}"/>
                  </a:ext>
                </a:extLst>
              </p:cNvPr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72">
                <a:extLst>
                  <a:ext uri="{FF2B5EF4-FFF2-40B4-BE49-F238E27FC236}">
                    <a16:creationId xmlns:a16="http://schemas.microsoft.com/office/drawing/2014/main" id="{19B32CF2-5ACA-1406-03E1-A2770FDB1C24}"/>
                  </a:ext>
                </a:extLst>
              </p:cNvPr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72">
                <a:extLst>
                  <a:ext uri="{FF2B5EF4-FFF2-40B4-BE49-F238E27FC236}">
                    <a16:creationId xmlns:a16="http://schemas.microsoft.com/office/drawing/2014/main" id="{43F4A1F3-E753-6F1E-D196-9533EF6BE588}"/>
                  </a:ext>
                </a:extLst>
              </p:cNvPr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72">
                <a:extLst>
                  <a:ext uri="{FF2B5EF4-FFF2-40B4-BE49-F238E27FC236}">
                    <a16:creationId xmlns:a16="http://schemas.microsoft.com/office/drawing/2014/main" id="{D605472D-7ABB-5E5A-02E1-E5C9DFE1201A}"/>
                  </a:ext>
                </a:extLst>
              </p:cNvPr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72">
                <a:extLst>
                  <a:ext uri="{FF2B5EF4-FFF2-40B4-BE49-F238E27FC236}">
                    <a16:creationId xmlns:a16="http://schemas.microsoft.com/office/drawing/2014/main" id="{03A7E08E-EA72-5A15-F786-C099E8B44E7E}"/>
                  </a:ext>
                </a:extLst>
              </p:cNvPr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rgbClr val="E4A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72">
                <a:extLst>
                  <a:ext uri="{FF2B5EF4-FFF2-40B4-BE49-F238E27FC236}">
                    <a16:creationId xmlns:a16="http://schemas.microsoft.com/office/drawing/2014/main" id="{06A398BC-7612-2A84-71CF-DADFB3DBB3A1}"/>
                  </a:ext>
                </a:extLst>
              </p:cNvPr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72">
                <a:extLst>
                  <a:ext uri="{FF2B5EF4-FFF2-40B4-BE49-F238E27FC236}">
                    <a16:creationId xmlns:a16="http://schemas.microsoft.com/office/drawing/2014/main" id="{1CCE93E1-BA68-B655-D7C1-ED0A7D5996ED}"/>
                  </a:ext>
                </a:extLst>
              </p:cNvPr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56" name="Google Shape;3156;p72">
            <a:extLst>
              <a:ext uri="{FF2B5EF4-FFF2-40B4-BE49-F238E27FC236}">
                <a16:creationId xmlns:a16="http://schemas.microsoft.com/office/drawing/2014/main" id="{A26B096A-2E89-470F-67F5-DEC8E2D58C6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50798" y="598700"/>
            <a:ext cx="25671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3158" name="Google Shape;3158;p72">
            <a:extLst>
              <a:ext uri="{FF2B5EF4-FFF2-40B4-BE49-F238E27FC236}">
                <a16:creationId xmlns:a16="http://schemas.microsoft.com/office/drawing/2014/main" id="{AE49E05D-5561-C421-5176-89D060C90CC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545675" y="1781200"/>
            <a:ext cx="36174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2" name="AutoShape 2" descr="Konten dari Serah Lodeh - kumparan">
            <a:extLst>
              <a:ext uri="{FF2B5EF4-FFF2-40B4-BE49-F238E27FC236}">
                <a16:creationId xmlns:a16="http://schemas.microsoft.com/office/drawing/2014/main" id="{CF21775C-F381-6EA4-6240-5EA5559F74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3" name="AutoShape 4" descr="Konten dari Serah Lodeh - kumparan">
            <a:extLst>
              <a:ext uri="{FF2B5EF4-FFF2-40B4-BE49-F238E27FC236}">
                <a16:creationId xmlns:a16="http://schemas.microsoft.com/office/drawing/2014/main" id="{FBFBEB28-6828-A768-C153-CD33F5EA83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6478B-8858-BEE4-9BDF-1A4062708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473" y="2101457"/>
            <a:ext cx="4045085" cy="261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9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ntage Photo Album For Education by Slidesgo">
  <a:themeElements>
    <a:clrScheme name="Simple Light">
      <a:dk1>
        <a:srgbClr val="4F493D"/>
      </a:dk1>
      <a:lt1>
        <a:srgbClr val="AFAB85"/>
      </a:lt1>
      <a:dk2>
        <a:srgbClr val="4F493D"/>
      </a:dk2>
      <a:lt2>
        <a:srgbClr val="F8CD7D"/>
      </a:lt2>
      <a:accent1>
        <a:srgbClr val="F9E4C2"/>
      </a:accent1>
      <a:accent2>
        <a:srgbClr val="E4A448"/>
      </a:accent2>
      <a:accent3>
        <a:srgbClr val="9C693D"/>
      </a:accent3>
      <a:accent4>
        <a:srgbClr val="6E9077"/>
      </a:accent4>
      <a:accent5>
        <a:srgbClr val="FFFFFF"/>
      </a:accent5>
      <a:accent6>
        <a:srgbClr val="FFFFFF"/>
      </a:accent6>
      <a:hlink>
        <a:srgbClr val="4F49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843</Words>
  <Application>Microsoft Office PowerPoint</Application>
  <PresentationFormat>On-screen Show (16:9)</PresentationFormat>
  <Paragraphs>166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5" baseType="lpstr">
      <vt:lpstr>Arial</vt:lpstr>
      <vt:lpstr>Grand Hotel</vt:lpstr>
      <vt:lpstr>FrankRuehl</vt:lpstr>
      <vt:lpstr>Andika</vt:lpstr>
      <vt:lpstr>Times New Roman</vt:lpstr>
      <vt:lpstr>Montserrat</vt:lpstr>
      <vt:lpstr>Tahoma</vt:lpstr>
      <vt:lpstr>Vintage Photo Album For Education by Slidesgo</vt:lpstr>
      <vt:lpstr>STATISTIKA MATEMATIKA 1</vt:lpstr>
      <vt:lpstr>History</vt:lpstr>
      <vt:lpstr>Bagian 1 : Pengantar Teori Peluang </vt:lpstr>
      <vt:lpstr>Pengantar Teori Peluang : Prinsip Dasar Peluang</vt:lpstr>
      <vt:lpstr>Pengantar Teori Peluang : Prinsip Dasar Peluang</vt:lpstr>
      <vt:lpstr>Pengantar Teori Peluang : Prinsip Dasar Peluang</vt:lpstr>
      <vt:lpstr>Pengantar Teori Peluang : Prinsip Dasar Peluang</vt:lpstr>
      <vt:lpstr>PowerPoint Presentation</vt:lpstr>
      <vt:lpstr>Pengantar Teori Peluang : Prinsip Dasar Peluang</vt:lpstr>
      <vt:lpstr>Pengantar Teori Peluang : Prinsip Dasar Peluang</vt:lpstr>
      <vt:lpstr>Pengantar Teori Peluang : Prinsip Dasar Peluang</vt:lpstr>
      <vt:lpstr>Pengantar Teori Peluang : Percobaan Bernoulli</vt:lpstr>
      <vt:lpstr>Pengantar Teori Peluang : Percobaan Bernoulli</vt:lpstr>
      <vt:lpstr>Pengantar Teori Peluang : Menghitung Ruang sampel dan Peluang </vt:lpstr>
      <vt:lpstr>Pengantar Teori Peluang : Menghitung Ruang sampel dan Peluang </vt:lpstr>
      <vt:lpstr>Pengantar Teori Peluang : Menghitung Ruang sampel dan Peluang </vt:lpstr>
      <vt:lpstr>Pengantar Teori Peluang : Menghitung Ruang sampel dan Peluang </vt:lpstr>
      <vt:lpstr>Pengantar Teori Peluang : Menghitung Ruang sampel dan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Aturan Bayes </vt:lpstr>
      <vt:lpstr>Pengantar Teori Peluang : Aturan Bayes </vt:lpstr>
      <vt:lpstr>Pengantar Teori Peluang : Aturan Bayes </vt:lpstr>
      <vt:lpstr>Pengantar Teori Peluang : Aturan Bayes</vt:lpstr>
      <vt:lpstr>Pengantar Teori Peluang : Aturan Bayes</vt:lpstr>
      <vt:lpstr>Pengantar Teori Peluang : Aturan Bayes</vt:lpstr>
      <vt:lpstr>Quotes of the day</vt:lpstr>
      <vt:lpstr>Thanks</vt:lpstr>
      <vt:lpstr>Bagian 2 : Peubah Acak </vt:lpstr>
      <vt:lpstr>Bagian 2 : Eksperimen dan Ruang Sampel Awal </vt:lpstr>
      <vt:lpstr>Bagian 2 : Definisi Peubah Acak</vt:lpstr>
      <vt:lpstr>Bagian 2 : Definisi Peubah Acak</vt:lpstr>
      <vt:lpstr>Bagian 2 : Definisi Peubah Acak</vt:lpstr>
      <vt:lpstr>Bagian 2 : Definisi Peubah Acak</vt:lpstr>
      <vt:lpstr>Bagian 2 : Definisi Peubah Acak</vt:lpstr>
      <vt:lpstr>Bagian 2 : Definisi Peubah Acak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Kepadatan Peluang</vt:lpstr>
      <vt:lpstr>Bagian 2 : Fungsi Kumulatif</vt:lpstr>
      <vt:lpstr>Bagian 2 : Fungsi Kumulatif</vt:lpstr>
      <vt:lpstr>Bagian 2 : Fungsi Kumulatif</vt:lpstr>
      <vt:lpstr>Bagian 2 : Fungsi Kumulatif</vt:lpstr>
      <vt:lpstr>Bagian 2 : Fungsi Kumulatif</vt:lpstr>
      <vt:lpstr>Bagian 2 : Fungsi Kumulatif</vt:lpstr>
      <vt:lpstr>Bagian 2 : Harapan Matematis</vt:lpstr>
      <vt:lpstr>Bagian 2 : Harapan Matematis</vt:lpstr>
      <vt:lpstr>Bagian 2 : Harapan Matematis</vt:lpstr>
      <vt:lpstr>Bagian 2 : Harapan Matematis</vt:lpstr>
      <vt:lpstr>Bagian 2 : Harapan Matematis</vt:lpstr>
      <vt:lpstr>Bagian 2 : Harapan Matematis</vt:lpstr>
      <vt:lpstr>Bagian 2 : Harapan Matematis</vt:lpstr>
      <vt:lpstr>Bagian 2 : Varians Peubah Acak</vt:lpstr>
      <vt:lpstr>Bagian 2 : Varians Peubah Acak</vt:lpstr>
      <vt:lpstr>Bagian 2 : Varians Peubah Acak</vt:lpstr>
      <vt:lpstr>Bagian 2 : Varians Peubah Acak</vt:lpstr>
      <vt:lpstr>Bagian 2 : Varians Peubah Acak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#2</dc:title>
  <dc:creator>GUSTI URIPNO</dc:creator>
  <cp:lastModifiedBy>Gusti Uripno</cp:lastModifiedBy>
  <cp:revision>32</cp:revision>
  <dcterms:modified xsi:type="dcterms:W3CDTF">2024-11-03T14:04:02Z</dcterms:modified>
</cp:coreProperties>
</file>