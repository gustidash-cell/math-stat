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1"/>
  </p:notesMasterIdLst>
  <p:sldIdLst>
    <p:sldId id="256" r:id="rId2"/>
    <p:sldId id="403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5" r:id="rId12"/>
    <p:sldId id="364" r:id="rId13"/>
    <p:sldId id="366" r:id="rId14"/>
    <p:sldId id="367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8" r:id="rId24"/>
    <p:sldId id="377" r:id="rId25"/>
    <p:sldId id="379" r:id="rId26"/>
    <p:sldId id="380" r:id="rId27"/>
    <p:sldId id="382" r:id="rId28"/>
    <p:sldId id="381" r:id="rId29"/>
    <p:sldId id="383" r:id="rId30"/>
    <p:sldId id="385" r:id="rId31"/>
    <p:sldId id="387" r:id="rId32"/>
    <p:sldId id="388" r:id="rId33"/>
    <p:sldId id="389" r:id="rId34"/>
    <p:sldId id="395" r:id="rId35"/>
    <p:sldId id="386" r:id="rId36"/>
    <p:sldId id="396" r:id="rId37"/>
    <p:sldId id="390" r:id="rId38"/>
    <p:sldId id="391" r:id="rId39"/>
    <p:sldId id="392" r:id="rId40"/>
    <p:sldId id="393" r:id="rId41"/>
    <p:sldId id="394" r:id="rId42"/>
    <p:sldId id="397" r:id="rId43"/>
    <p:sldId id="398" r:id="rId44"/>
    <p:sldId id="399" r:id="rId45"/>
    <p:sldId id="400" r:id="rId46"/>
    <p:sldId id="401" r:id="rId47"/>
    <p:sldId id="402" r:id="rId48"/>
    <p:sldId id="404" r:id="rId49"/>
    <p:sldId id="343" r:id="rId50"/>
  </p:sldIdLst>
  <p:sldSz cx="9144000" cy="5143500" type="screen16x9"/>
  <p:notesSz cx="6858000" cy="9144000"/>
  <p:embeddedFontLst>
    <p:embeddedFont>
      <p:font typeface="Andika" panose="020B0604020202020204" charset="0"/>
      <p:regular r:id="rId52"/>
    </p:embeddedFont>
    <p:embeddedFont>
      <p:font typeface="FrankRuehl" panose="020E0503060101010101" pitchFamily="34" charset="-79"/>
      <p:regular r:id="rId53"/>
    </p:embeddedFont>
    <p:embeddedFont>
      <p:font typeface="Grand Hotel" panose="020B0604020202020204" charset="0"/>
      <p:regular r:id="rId54"/>
    </p:embeddedFont>
    <p:embeddedFont>
      <p:font typeface="Montserrat" panose="020B0604020202020204" charset="0"/>
      <p:regular r:id="rId55"/>
      <p:bold r:id="rId56"/>
      <p:italic r:id="rId57"/>
      <p:boldItalic r:id="rId58"/>
    </p:embeddedFont>
    <p:embeddedFont>
      <p:font typeface="Tahoma" panose="020B0604030504040204" pitchFamily="34" charset="0"/>
      <p:regular r:id="rId59"/>
      <p:bold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Begining" id="{3F059F96-BCAF-4915-AD59-C0FF965DFA8F}">
          <p14:sldIdLst>
            <p14:sldId id="256"/>
            <p14:sldId id="403"/>
          </p14:sldIdLst>
        </p14:section>
        <p14:section name="Bagian 1" id="{72F6AC17-9F73-4186-A0FC-837876101594}">
          <p14:sldIdLst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5"/>
            <p14:sldId id="364"/>
            <p14:sldId id="366"/>
            <p14:sldId id="367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8"/>
            <p14:sldId id="377"/>
            <p14:sldId id="379"/>
            <p14:sldId id="380"/>
            <p14:sldId id="382"/>
            <p14:sldId id="381"/>
            <p14:sldId id="383"/>
            <p14:sldId id="385"/>
            <p14:sldId id="387"/>
            <p14:sldId id="388"/>
            <p14:sldId id="389"/>
            <p14:sldId id="395"/>
            <p14:sldId id="386"/>
            <p14:sldId id="396"/>
            <p14:sldId id="390"/>
            <p14:sldId id="391"/>
            <p14:sldId id="392"/>
            <p14:sldId id="393"/>
            <p14:sldId id="394"/>
            <p14:sldId id="397"/>
            <p14:sldId id="398"/>
            <p14:sldId id="399"/>
            <p14:sldId id="400"/>
            <p14:sldId id="401"/>
            <p14:sldId id="402"/>
          </p14:sldIdLst>
        </p14:section>
        <p14:section name="END" id="{BA173135-74EB-4A0D-B639-B63176B51430}">
          <p14:sldIdLst>
            <p14:sldId id="404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C2A9B-EBD9-450B-9C9C-57F1022AF722}">
  <a:tblStyle styleId="{182C2A9B-EBD9-450B-9C9C-57F1022AF7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784" autoAdjust="0"/>
  </p:normalViewPr>
  <p:slideViewPr>
    <p:cSldViewPr snapToGrid="0">
      <p:cViewPr varScale="1">
        <p:scale>
          <a:sx n="84" d="100"/>
          <a:sy n="84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db13e22b57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db13e22b57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35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386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2685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083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375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67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55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9095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7316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4120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575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5645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3551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9092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6515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817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5672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1460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6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8097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253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56473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910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04146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1703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8346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525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1712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72640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1504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696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39220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2343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10288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74002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0931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6766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1881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82115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6156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8055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65005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40537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758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9717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02458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d924d8386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d924d8386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9488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gd6846a9aa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gd6846a9aa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37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" y="-13"/>
            <a:ext cx="9143827" cy="51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rot="-696">
            <a:off x="2129625" y="1407653"/>
            <a:ext cx="4448400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rot="232">
            <a:off x="2133920" y="3148973"/>
            <a:ext cx="4439700" cy="5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251775" y="-48150"/>
            <a:ext cx="356100" cy="523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/>
          <p:nvPr/>
        </p:nvSpPr>
        <p:spPr>
          <a:xfrm>
            <a:off x="531848" y="234173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579100" y="205225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5"/>
          <p:cNvSpPr txBox="1">
            <a:spLocks noGrp="1"/>
          </p:cNvSpPr>
          <p:nvPr>
            <p:ph type="body" idx="1"/>
          </p:nvPr>
        </p:nvSpPr>
        <p:spPr>
          <a:xfrm>
            <a:off x="2248325" y="1882575"/>
            <a:ext cx="4647300" cy="21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5"/>
          <p:cNvSpPr txBox="1">
            <a:spLocks noGrp="1"/>
          </p:cNvSpPr>
          <p:nvPr>
            <p:ph type="title"/>
          </p:nvPr>
        </p:nvSpPr>
        <p:spPr>
          <a:xfrm>
            <a:off x="2998925" y="535650"/>
            <a:ext cx="31461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33"/>
          <p:cNvGrpSpPr/>
          <p:nvPr/>
        </p:nvGrpSpPr>
        <p:grpSpPr>
          <a:xfrm>
            <a:off x="2096377" y="1118525"/>
            <a:ext cx="4472281" cy="3677588"/>
            <a:chOff x="2096377" y="1118525"/>
            <a:chExt cx="4472281" cy="3677588"/>
          </a:xfrm>
        </p:grpSpPr>
        <p:sp>
          <p:nvSpPr>
            <p:cNvPr id="463" name="Google Shape;463;p33"/>
            <p:cNvSpPr/>
            <p:nvPr/>
          </p:nvSpPr>
          <p:spPr>
            <a:xfrm>
              <a:off x="2096377" y="1143006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3"/>
            <p:cNvSpPr/>
            <p:nvPr/>
          </p:nvSpPr>
          <p:spPr>
            <a:xfrm>
              <a:off x="2142600" y="1118525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33"/>
          <p:cNvSpPr txBox="1">
            <a:spLocks noGrp="1"/>
          </p:cNvSpPr>
          <p:nvPr>
            <p:ph type="ctrTitle"/>
          </p:nvPr>
        </p:nvSpPr>
        <p:spPr>
          <a:xfrm>
            <a:off x="3050798" y="598700"/>
            <a:ext cx="25671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6" name="Google Shape;466;p33"/>
          <p:cNvSpPr txBox="1">
            <a:spLocks noGrp="1"/>
          </p:cNvSpPr>
          <p:nvPr>
            <p:ph type="subTitle" idx="1"/>
          </p:nvPr>
        </p:nvSpPr>
        <p:spPr>
          <a:xfrm>
            <a:off x="2545688" y="2244875"/>
            <a:ext cx="3617400" cy="71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7" name="Google Shape;467;p33"/>
          <p:cNvSpPr txBox="1">
            <a:spLocks noGrp="1"/>
          </p:cNvSpPr>
          <p:nvPr>
            <p:ph type="subTitle" idx="2"/>
          </p:nvPr>
        </p:nvSpPr>
        <p:spPr>
          <a:xfrm>
            <a:off x="2545675" y="1781200"/>
            <a:ext cx="36174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8" name="Google Shape;468;p33"/>
          <p:cNvSpPr/>
          <p:nvPr/>
        </p:nvSpPr>
        <p:spPr>
          <a:xfrm>
            <a:off x="165875" y="405400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165875" y="1087983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165875" y="177054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3"/>
          <p:cNvSpPr/>
          <p:nvPr/>
        </p:nvSpPr>
        <p:spPr>
          <a:xfrm>
            <a:off x="165875" y="245312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65875" y="313570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165875" y="381219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65875" y="449477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33"/>
          <p:cNvSpPr/>
          <p:nvPr/>
        </p:nvSpPr>
        <p:spPr>
          <a:xfrm>
            <a:off x="8251775" y="0"/>
            <a:ext cx="356100" cy="52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3"/>
          <p:cNvSpPr txBox="1"/>
          <p:nvPr/>
        </p:nvSpPr>
        <p:spPr>
          <a:xfrm>
            <a:off x="2427563" y="3522550"/>
            <a:ext cx="38562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, and infographics &amp; images by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Andika"/>
                <a:ea typeface="Andika"/>
                <a:cs typeface="Andika"/>
                <a:sym typeface="Andika"/>
                <a:hlinkClick r:id="rId5"/>
              </a:rPr>
              <a:t>Freepi</a:t>
            </a:r>
            <a:r>
              <a:rPr lang="en" sz="1200" b="1">
                <a:solidFill>
                  <a:schemeClr val="dk1"/>
                </a:solidFill>
                <a:latin typeface="Andika"/>
                <a:ea typeface="Andika"/>
                <a:cs typeface="Andika"/>
                <a:sym typeface="Andika"/>
              </a:rPr>
              <a:t>k</a:t>
            </a:r>
            <a:endParaRPr sz="1200" b="1">
              <a:solidFill>
                <a:schemeClr val="dk1"/>
              </a:solidFill>
              <a:latin typeface="Andika"/>
              <a:ea typeface="Andika"/>
              <a:cs typeface="Andika"/>
              <a:sym typeface="Andik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4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34"/>
          <p:cNvGrpSpPr/>
          <p:nvPr/>
        </p:nvGrpSpPr>
        <p:grpSpPr>
          <a:xfrm>
            <a:off x="2096377" y="1118525"/>
            <a:ext cx="4472281" cy="3677588"/>
            <a:chOff x="2096377" y="1118525"/>
            <a:chExt cx="4472281" cy="3677588"/>
          </a:xfrm>
        </p:grpSpPr>
        <p:sp>
          <p:nvSpPr>
            <p:cNvPr id="480" name="Google Shape;480;p34"/>
            <p:cNvSpPr/>
            <p:nvPr/>
          </p:nvSpPr>
          <p:spPr>
            <a:xfrm>
              <a:off x="2096377" y="1143006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2142600" y="1118525"/>
              <a:ext cx="4426057" cy="3653107"/>
            </a:xfrm>
            <a:custGeom>
              <a:avLst/>
              <a:gdLst/>
              <a:ahLst/>
              <a:cxnLst/>
              <a:rect l="l" t="t" r="r" b="b"/>
              <a:pathLst>
                <a:path w="47392" h="35181" extrusionOk="0">
                  <a:moveTo>
                    <a:pt x="5462" y="1193"/>
                  </a:moveTo>
                  <a:cubicBezTo>
                    <a:pt x="5581" y="1193"/>
                    <a:pt x="5653" y="1265"/>
                    <a:pt x="5653" y="1384"/>
                  </a:cubicBezTo>
                  <a:lnTo>
                    <a:pt x="5653" y="2195"/>
                  </a:lnTo>
                  <a:cubicBezTo>
                    <a:pt x="5653" y="2290"/>
                    <a:pt x="5581" y="2386"/>
                    <a:pt x="5462" y="2386"/>
                  </a:cubicBezTo>
                  <a:lnTo>
                    <a:pt x="1956" y="2386"/>
                  </a:lnTo>
                  <a:cubicBezTo>
                    <a:pt x="1861" y="2386"/>
                    <a:pt x="1789" y="2290"/>
                    <a:pt x="1789" y="2195"/>
                  </a:cubicBezTo>
                  <a:lnTo>
                    <a:pt x="1789" y="1384"/>
                  </a:lnTo>
                  <a:cubicBezTo>
                    <a:pt x="1789" y="1265"/>
                    <a:pt x="1861" y="1193"/>
                    <a:pt x="1956" y="1193"/>
                  </a:cubicBezTo>
                  <a:close/>
                  <a:moveTo>
                    <a:pt x="10542" y="1193"/>
                  </a:moveTo>
                  <a:cubicBezTo>
                    <a:pt x="10638" y="1193"/>
                    <a:pt x="10733" y="1265"/>
                    <a:pt x="10733" y="1384"/>
                  </a:cubicBezTo>
                  <a:lnTo>
                    <a:pt x="10733" y="2195"/>
                  </a:lnTo>
                  <a:cubicBezTo>
                    <a:pt x="10733" y="2290"/>
                    <a:pt x="10638" y="2386"/>
                    <a:pt x="10542" y="2386"/>
                  </a:cubicBezTo>
                  <a:lnTo>
                    <a:pt x="7036" y="2386"/>
                  </a:lnTo>
                  <a:cubicBezTo>
                    <a:pt x="6941" y="2386"/>
                    <a:pt x="6846" y="2290"/>
                    <a:pt x="6846" y="2195"/>
                  </a:cubicBezTo>
                  <a:lnTo>
                    <a:pt x="6846" y="1384"/>
                  </a:lnTo>
                  <a:cubicBezTo>
                    <a:pt x="6846" y="1265"/>
                    <a:pt x="6941" y="1193"/>
                    <a:pt x="7036" y="1193"/>
                  </a:cubicBezTo>
                  <a:close/>
                  <a:moveTo>
                    <a:pt x="15599" y="1193"/>
                  </a:moveTo>
                  <a:cubicBezTo>
                    <a:pt x="15718" y="1193"/>
                    <a:pt x="15789" y="1265"/>
                    <a:pt x="15789" y="1384"/>
                  </a:cubicBezTo>
                  <a:lnTo>
                    <a:pt x="15789" y="2195"/>
                  </a:lnTo>
                  <a:cubicBezTo>
                    <a:pt x="15789" y="2290"/>
                    <a:pt x="15718" y="2386"/>
                    <a:pt x="15599" y="2386"/>
                  </a:cubicBezTo>
                  <a:lnTo>
                    <a:pt x="12093" y="2386"/>
                  </a:lnTo>
                  <a:cubicBezTo>
                    <a:pt x="11997" y="2386"/>
                    <a:pt x="11926" y="2290"/>
                    <a:pt x="11926" y="2195"/>
                  </a:cubicBezTo>
                  <a:lnTo>
                    <a:pt x="11926" y="1384"/>
                  </a:lnTo>
                  <a:cubicBezTo>
                    <a:pt x="11926" y="1265"/>
                    <a:pt x="11997" y="1193"/>
                    <a:pt x="12093" y="1193"/>
                  </a:cubicBezTo>
                  <a:close/>
                  <a:moveTo>
                    <a:pt x="20679" y="1193"/>
                  </a:moveTo>
                  <a:cubicBezTo>
                    <a:pt x="20774" y="1193"/>
                    <a:pt x="20870" y="1265"/>
                    <a:pt x="20870" y="1384"/>
                  </a:cubicBezTo>
                  <a:lnTo>
                    <a:pt x="20870" y="2195"/>
                  </a:lnTo>
                  <a:cubicBezTo>
                    <a:pt x="20870" y="2290"/>
                    <a:pt x="20774" y="2386"/>
                    <a:pt x="20679" y="2386"/>
                  </a:cubicBezTo>
                  <a:lnTo>
                    <a:pt x="17173" y="2386"/>
                  </a:lnTo>
                  <a:cubicBezTo>
                    <a:pt x="17077" y="2386"/>
                    <a:pt x="16982" y="2290"/>
                    <a:pt x="16982" y="2195"/>
                  </a:cubicBezTo>
                  <a:lnTo>
                    <a:pt x="16982" y="1384"/>
                  </a:lnTo>
                  <a:cubicBezTo>
                    <a:pt x="16982" y="1265"/>
                    <a:pt x="17077" y="1193"/>
                    <a:pt x="17173" y="1193"/>
                  </a:cubicBezTo>
                  <a:close/>
                  <a:moveTo>
                    <a:pt x="25735" y="1193"/>
                  </a:moveTo>
                  <a:cubicBezTo>
                    <a:pt x="25854" y="1193"/>
                    <a:pt x="25926" y="1265"/>
                    <a:pt x="25926" y="1384"/>
                  </a:cubicBezTo>
                  <a:lnTo>
                    <a:pt x="25926" y="2195"/>
                  </a:lnTo>
                  <a:cubicBezTo>
                    <a:pt x="25926" y="2290"/>
                    <a:pt x="25854" y="2386"/>
                    <a:pt x="25735" y="2386"/>
                  </a:cubicBezTo>
                  <a:lnTo>
                    <a:pt x="22229" y="2386"/>
                  </a:lnTo>
                  <a:cubicBezTo>
                    <a:pt x="22134" y="2386"/>
                    <a:pt x="22062" y="2290"/>
                    <a:pt x="22062" y="2195"/>
                  </a:cubicBezTo>
                  <a:lnTo>
                    <a:pt x="22062" y="1384"/>
                  </a:lnTo>
                  <a:cubicBezTo>
                    <a:pt x="22062" y="1265"/>
                    <a:pt x="22134" y="1193"/>
                    <a:pt x="22229" y="1193"/>
                  </a:cubicBezTo>
                  <a:close/>
                  <a:moveTo>
                    <a:pt x="30815" y="1193"/>
                  </a:moveTo>
                  <a:cubicBezTo>
                    <a:pt x="30911" y="1193"/>
                    <a:pt x="31006" y="1265"/>
                    <a:pt x="31006" y="1384"/>
                  </a:cubicBezTo>
                  <a:lnTo>
                    <a:pt x="31006" y="2195"/>
                  </a:lnTo>
                  <a:cubicBezTo>
                    <a:pt x="31006" y="2290"/>
                    <a:pt x="30911" y="2386"/>
                    <a:pt x="30815" y="2386"/>
                  </a:cubicBezTo>
                  <a:lnTo>
                    <a:pt x="27309" y="2386"/>
                  </a:lnTo>
                  <a:cubicBezTo>
                    <a:pt x="27214" y="2386"/>
                    <a:pt x="27118" y="2290"/>
                    <a:pt x="27118" y="2195"/>
                  </a:cubicBezTo>
                  <a:lnTo>
                    <a:pt x="27118" y="1384"/>
                  </a:lnTo>
                  <a:cubicBezTo>
                    <a:pt x="27118" y="1265"/>
                    <a:pt x="27214" y="1193"/>
                    <a:pt x="27309" y="1193"/>
                  </a:cubicBezTo>
                  <a:close/>
                  <a:moveTo>
                    <a:pt x="36182" y="1193"/>
                  </a:moveTo>
                  <a:cubicBezTo>
                    <a:pt x="36277" y="1193"/>
                    <a:pt x="36372" y="1265"/>
                    <a:pt x="36372" y="1384"/>
                  </a:cubicBezTo>
                  <a:lnTo>
                    <a:pt x="36372" y="2195"/>
                  </a:lnTo>
                  <a:cubicBezTo>
                    <a:pt x="36372" y="2290"/>
                    <a:pt x="36277" y="2386"/>
                    <a:pt x="36182" y="2386"/>
                  </a:cubicBezTo>
                  <a:lnTo>
                    <a:pt x="32676" y="2386"/>
                  </a:lnTo>
                  <a:cubicBezTo>
                    <a:pt x="32580" y="2386"/>
                    <a:pt x="32485" y="2290"/>
                    <a:pt x="32485" y="2195"/>
                  </a:cubicBezTo>
                  <a:lnTo>
                    <a:pt x="32485" y="1384"/>
                  </a:lnTo>
                  <a:cubicBezTo>
                    <a:pt x="32485" y="1265"/>
                    <a:pt x="32580" y="1193"/>
                    <a:pt x="32676" y="1193"/>
                  </a:cubicBezTo>
                  <a:close/>
                  <a:moveTo>
                    <a:pt x="41238" y="1193"/>
                  </a:moveTo>
                  <a:cubicBezTo>
                    <a:pt x="41357" y="1193"/>
                    <a:pt x="41429" y="1265"/>
                    <a:pt x="41429" y="1384"/>
                  </a:cubicBezTo>
                  <a:lnTo>
                    <a:pt x="41429" y="2195"/>
                  </a:lnTo>
                  <a:cubicBezTo>
                    <a:pt x="41429" y="2290"/>
                    <a:pt x="41357" y="2386"/>
                    <a:pt x="41238" y="2386"/>
                  </a:cubicBezTo>
                  <a:lnTo>
                    <a:pt x="37732" y="2386"/>
                  </a:lnTo>
                  <a:cubicBezTo>
                    <a:pt x="37636" y="2386"/>
                    <a:pt x="37565" y="2290"/>
                    <a:pt x="37565" y="2195"/>
                  </a:cubicBezTo>
                  <a:lnTo>
                    <a:pt x="37565" y="1384"/>
                  </a:lnTo>
                  <a:cubicBezTo>
                    <a:pt x="37565" y="1265"/>
                    <a:pt x="37636" y="1193"/>
                    <a:pt x="37732" y="1193"/>
                  </a:cubicBezTo>
                  <a:close/>
                  <a:moveTo>
                    <a:pt x="46318" y="1193"/>
                  </a:moveTo>
                  <a:cubicBezTo>
                    <a:pt x="46413" y="1193"/>
                    <a:pt x="46509" y="1265"/>
                    <a:pt x="46509" y="1384"/>
                  </a:cubicBezTo>
                  <a:lnTo>
                    <a:pt x="46509" y="2195"/>
                  </a:lnTo>
                  <a:cubicBezTo>
                    <a:pt x="46509" y="2290"/>
                    <a:pt x="46413" y="2386"/>
                    <a:pt x="46318" y="2386"/>
                  </a:cubicBezTo>
                  <a:lnTo>
                    <a:pt x="42812" y="2386"/>
                  </a:lnTo>
                  <a:cubicBezTo>
                    <a:pt x="42717" y="2386"/>
                    <a:pt x="42621" y="2290"/>
                    <a:pt x="42621" y="2195"/>
                  </a:cubicBezTo>
                  <a:lnTo>
                    <a:pt x="42621" y="1384"/>
                  </a:lnTo>
                  <a:cubicBezTo>
                    <a:pt x="42621" y="1265"/>
                    <a:pt x="42717" y="1193"/>
                    <a:pt x="42812" y="1193"/>
                  </a:cubicBezTo>
                  <a:close/>
                  <a:moveTo>
                    <a:pt x="0" y="1"/>
                  </a:moveTo>
                  <a:lnTo>
                    <a:pt x="0" y="35180"/>
                  </a:lnTo>
                  <a:lnTo>
                    <a:pt x="47391" y="35180"/>
                  </a:lnTo>
                  <a:lnTo>
                    <a:pt x="473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" name="Google Shape;482;p34"/>
          <p:cNvSpPr/>
          <p:nvPr/>
        </p:nvSpPr>
        <p:spPr>
          <a:xfrm>
            <a:off x="165875" y="405400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4"/>
          <p:cNvSpPr/>
          <p:nvPr/>
        </p:nvSpPr>
        <p:spPr>
          <a:xfrm>
            <a:off x="165875" y="1087983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165875" y="177054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165875" y="245312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4"/>
          <p:cNvSpPr/>
          <p:nvPr/>
        </p:nvSpPr>
        <p:spPr>
          <a:xfrm>
            <a:off x="165875" y="313570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165875" y="3812192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165875" y="4494775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8251775" y="0"/>
            <a:ext cx="356100" cy="521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1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5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 flipH="1">
            <a:off x="-12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5"/>
          <p:cNvSpPr/>
          <p:nvPr/>
        </p:nvSpPr>
        <p:spPr>
          <a:xfrm rot="10800000">
            <a:off x="8162447" y="-38904"/>
            <a:ext cx="1005490" cy="1125793"/>
          </a:xfrm>
          <a:custGeom>
            <a:avLst/>
            <a:gdLst/>
            <a:ahLst/>
            <a:cxnLst/>
            <a:rect l="l" t="t" r="r" b="b"/>
            <a:pathLst>
              <a:path w="13954" h="15623" extrusionOk="0">
                <a:moveTo>
                  <a:pt x="0" y="0"/>
                </a:moveTo>
                <a:lnTo>
                  <a:pt x="0" y="15622"/>
                </a:lnTo>
                <a:lnTo>
                  <a:pt x="13953" y="15622"/>
                </a:lnTo>
                <a:cubicBezTo>
                  <a:pt x="12848" y="15132"/>
                  <a:pt x="12176" y="13817"/>
                  <a:pt x="12415" y="12632"/>
                </a:cubicBezTo>
                <a:cubicBezTo>
                  <a:pt x="12558" y="11937"/>
                  <a:pt x="12968" y="11191"/>
                  <a:pt x="12621" y="10582"/>
                </a:cubicBezTo>
                <a:cubicBezTo>
                  <a:pt x="12377" y="10156"/>
                  <a:pt x="11873" y="10007"/>
                  <a:pt x="11364" y="10007"/>
                </a:cubicBezTo>
                <a:cubicBezTo>
                  <a:pt x="11194" y="10007"/>
                  <a:pt x="11022" y="10024"/>
                  <a:pt x="10861" y="10052"/>
                </a:cubicBezTo>
                <a:cubicBezTo>
                  <a:pt x="10385" y="10137"/>
                  <a:pt x="9897" y="10292"/>
                  <a:pt x="9417" y="10292"/>
                </a:cubicBezTo>
                <a:cubicBezTo>
                  <a:pt x="9254" y="10292"/>
                  <a:pt x="9091" y="10274"/>
                  <a:pt x="8930" y="10229"/>
                </a:cubicBezTo>
                <a:cubicBezTo>
                  <a:pt x="8605" y="10138"/>
                  <a:pt x="8321" y="9938"/>
                  <a:pt x="8121" y="9665"/>
                </a:cubicBezTo>
                <a:cubicBezTo>
                  <a:pt x="7985" y="9477"/>
                  <a:pt x="7871" y="9244"/>
                  <a:pt x="7649" y="9170"/>
                </a:cubicBezTo>
                <a:cubicBezTo>
                  <a:pt x="7594" y="9149"/>
                  <a:pt x="7539" y="9141"/>
                  <a:pt x="7484" y="9141"/>
                </a:cubicBezTo>
                <a:cubicBezTo>
                  <a:pt x="7289" y="9141"/>
                  <a:pt x="7088" y="9245"/>
                  <a:pt x="6897" y="9312"/>
                </a:cubicBezTo>
                <a:cubicBezTo>
                  <a:pt x="6818" y="9341"/>
                  <a:pt x="6728" y="9356"/>
                  <a:pt x="6640" y="9356"/>
                </a:cubicBezTo>
                <a:cubicBezTo>
                  <a:pt x="6450" y="9356"/>
                  <a:pt x="6270" y="9282"/>
                  <a:pt x="6231" y="9107"/>
                </a:cubicBezTo>
                <a:cubicBezTo>
                  <a:pt x="6185" y="8919"/>
                  <a:pt x="6350" y="8742"/>
                  <a:pt x="6521" y="8646"/>
                </a:cubicBezTo>
                <a:cubicBezTo>
                  <a:pt x="6692" y="8549"/>
                  <a:pt x="6891" y="8492"/>
                  <a:pt x="7022" y="8338"/>
                </a:cubicBezTo>
                <a:cubicBezTo>
                  <a:pt x="7216" y="8105"/>
                  <a:pt x="7142" y="7746"/>
                  <a:pt x="6994" y="7472"/>
                </a:cubicBezTo>
                <a:cubicBezTo>
                  <a:pt x="6846" y="7205"/>
                  <a:pt x="6629" y="6971"/>
                  <a:pt x="6544" y="6681"/>
                </a:cubicBezTo>
                <a:cubicBezTo>
                  <a:pt x="6498" y="6544"/>
                  <a:pt x="6481" y="6390"/>
                  <a:pt x="6384" y="6282"/>
                </a:cubicBezTo>
                <a:cubicBezTo>
                  <a:pt x="6219" y="6100"/>
                  <a:pt x="5912" y="6151"/>
                  <a:pt x="5712" y="6015"/>
                </a:cubicBezTo>
                <a:cubicBezTo>
                  <a:pt x="5445" y="5838"/>
                  <a:pt x="5462" y="5434"/>
                  <a:pt x="5251" y="5200"/>
                </a:cubicBezTo>
                <a:cubicBezTo>
                  <a:pt x="5131" y="5063"/>
                  <a:pt x="4955" y="5001"/>
                  <a:pt x="4795" y="4915"/>
                </a:cubicBezTo>
                <a:cubicBezTo>
                  <a:pt x="4408" y="4688"/>
                  <a:pt x="4152" y="4295"/>
                  <a:pt x="4101" y="3845"/>
                </a:cubicBezTo>
                <a:cubicBezTo>
                  <a:pt x="4072" y="3600"/>
                  <a:pt x="4101" y="3326"/>
                  <a:pt x="3952" y="3133"/>
                </a:cubicBezTo>
                <a:cubicBezTo>
                  <a:pt x="3850" y="3030"/>
                  <a:pt x="3725" y="2945"/>
                  <a:pt x="3588" y="2899"/>
                </a:cubicBezTo>
                <a:lnTo>
                  <a:pt x="2141" y="2256"/>
                </a:lnTo>
                <a:cubicBezTo>
                  <a:pt x="1885" y="2148"/>
                  <a:pt x="1623" y="2028"/>
                  <a:pt x="1418" y="1840"/>
                </a:cubicBezTo>
                <a:cubicBezTo>
                  <a:pt x="1299" y="1726"/>
                  <a:pt x="1190" y="1595"/>
                  <a:pt x="1093" y="1458"/>
                </a:cubicBezTo>
                <a:cubicBezTo>
                  <a:pt x="729" y="974"/>
                  <a:pt x="364" y="485"/>
                  <a:pt x="0" y="0"/>
                </a:cubicBezTo>
                <a:close/>
              </a:path>
            </a:pathLst>
          </a:custGeom>
          <a:solidFill>
            <a:srgbClr val="F8CD7D">
              <a:alpha val="54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5"/>
          <p:cNvSpPr/>
          <p:nvPr/>
        </p:nvSpPr>
        <p:spPr>
          <a:xfrm>
            <a:off x="531848" y="234173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579100" y="205225"/>
            <a:ext cx="8020500" cy="4739100"/>
          </a:xfrm>
          <a:prstGeom prst="roundRect">
            <a:avLst>
              <a:gd name="adj" fmla="val 203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5"/>
          <p:cNvSpPr/>
          <p:nvPr/>
        </p:nvSpPr>
        <p:spPr>
          <a:xfrm>
            <a:off x="165888" y="4023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165888" y="108492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5"/>
          <p:cNvSpPr/>
          <p:nvPr/>
        </p:nvSpPr>
        <p:spPr>
          <a:xfrm>
            <a:off x="165888" y="176750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165888" y="245008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5"/>
          <p:cNvSpPr/>
          <p:nvPr/>
        </p:nvSpPr>
        <p:spPr>
          <a:xfrm>
            <a:off x="165888" y="3132671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35"/>
          <p:cNvSpPr/>
          <p:nvPr/>
        </p:nvSpPr>
        <p:spPr>
          <a:xfrm>
            <a:off x="165888" y="3815254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5"/>
          <p:cNvSpPr/>
          <p:nvPr/>
        </p:nvSpPr>
        <p:spPr>
          <a:xfrm>
            <a:off x="165875" y="4497838"/>
            <a:ext cx="243300" cy="243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rand Hotel"/>
              <a:buNone/>
              <a:defRPr sz="2800">
                <a:solidFill>
                  <a:schemeClr val="dk1"/>
                </a:solidFill>
                <a:latin typeface="Grand Hotel"/>
                <a:ea typeface="Grand Hotel"/>
                <a:cs typeface="Grand Hotel"/>
                <a:sym typeface="Grand Hot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●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○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/>
              <a:buChar char="■"/>
              <a:defRPr>
                <a:solidFill>
                  <a:schemeClr val="dk2"/>
                </a:solidFill>
                <a:latin typeface="Andika"/>
                <a:ea typeface="Andika"/>
                <a:cs typeface="Andika"/>
                <a:sym typeface="Andik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1" r:id="rId3"/>
    <p:sldLayoutId id="2147483679" r:id="rId4"/>
    <p:sldLayoutId id="2147483680" r:id="rId5"/>
    <p:sldLayoutId id="2147483681" r:id="rId6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38"/>
          <p:cNvGrpSpPr/>
          <p:nvPr/>
        </p:nvGrpSpPr>
        <p:grpSpPr>
          <a:xfrm>
            <a:off x="2129626" y="967949"/>
            <a:ext cx="3598696" cy="3600234"/>
            <a:chOff x="3069613" y="998421"/>
            <a:chExt cx="2886809" cy="2888043"/>
          </a:xfrm>
        </p:grpSpPr>
        <p:sp>
          <p:nvSpPr>
            <p:cNvPr id="511" name="Google Shape;511;p38"/>
            <p:cNvSpPr/>
            <p:nvPr/>
          </p:nvSpPr>
          <p:spPr>
            <a:xfrm>
              <a:off x="3069612" y="998421"/>
              <a:ext cx="2886809" cy="2888043"/>
            </a:xfrm>
            <a:custGeom>
              <a:avLst/>
              <a:gdLst/>
              <a:ahLst/>
              <a:cxnLst/>
              <a:rect l="l" t="t" r="r" b="b"/>
              <a:pathLst>
                <a:path w="14045" h="14051" extrusionOk="0">
                  <a:moveTo>
                    <a:pt x="0" y="0"/>
                  </a:moveTo>
                  <a:lnTo>
                    <a:pt x="0" y="14050"/>
                  </a:lnTo>
                  <a:lnTo>
                    <a:pt x="14044" y="14050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2" name="Google Shape;512;p38"/>
            <p:cNvGrpSpPr/>
            <p:nvPr/>
          </p:nvGrpSpPr>
          <p:grpSpPr>
            <a:xfrm>
              <a:off x="3114009" y="1044051"/>
              <a:ext cx="2798031" cy="2797824"/>
              <a:chOff x="3114009" y="1044051"/>
              <a:chExt cx="2798031" cy="2797824"/>
            </a:xfrm>
          </p:grpSpPr>
          <p:sp>
            <p:nvSpPr>
              <p:cNvPr id="513" name="Google Shape;513;p38"/>
              <p:cNvSpPr/>
              <p:nvPr/>
            </p:nvSpPr>
            <p:spPr>
              <a:xfrm>
                <a:off x="3114009" y="2515520"/>
                <a:ext cx="1326555" cy="1326350"/>
              </a:xfrm>
              <a:custGeom>
                <a:avLst/>
                <a:gdLst/>
                <a:ahLst/>
                <a:cxnLst/>
                <a:rect l="l" t="t" r="r" b="b"/>
                <a:pathLst>
                  <a:path w="6454" h="6453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6037" y="6453"/>
                    </a:lnTo>
                    <a:lnTo>
                      <a:pt x="6453" y="645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8"/>
              <p:cNvSpPr/>
              <p:nvPr/>
            </p:nvSpPr>
            <p:spPr>
              <a:xfrm>
                <a:off x="3114009" y="2300113"/>
                <a:ext cx="1541961" cy="1541756"/>
              </a:xfrm>
              <a:custGeom>
                <a:avLst/>
                <a:gdLst/>
                <a:ahLst/>
                <a:cxnLst/>
                <a:rect l="l" t="t" r="r" b="b"/>
                <a:pathLst>
                  <a:path w="7502" h="7501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7085" y="7501"/>
                    </a:lnTo>
                    <a:lnTo>
                      <a:pt x="7501" y="75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8"/>
              <p:cNvSpPr/>
              <p:nvPr/>
            </p:nvSpPr>
            <p:spPr>
              <a:xfrm>
                <a:off x="3114009" y="2084706"/>
                <a:ext cx="1757367" cy="1757161"/>
              </a:xfrm>
              <a:custGeom>
                <a:avLst/>
                <a:gdLst/>
                <a:ahLst/>
                <a:cxnLst/>
                <a:rect l="l" t="t" r="r" b="b"/>
                <a:pathLst>
                  <a:path w="8550" h="8549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8133" y="8549"/>
                    </a:lnTo>
                    <a:lnTo>
                      <a:pt x="8549" y="85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8"/>
              <p:cNvSpPr/>
              <p:nvPr/>
            </p:nvSpPr>
            <p:spPr>
              <a:xfrm>
                <a:off x="3114009" y="1437251"/>
                <a:ext cx="2404612" cy="2404612"/>
              </a:xfrm>
              <a:custGeom>
                <a:avLst/>
                <a:gdLst/>
                <a:ahLst/>
                <a:cxnLst/>
                <a:rect l="l" t="t" r="r" b="b"/>
                <a:pathLst>
                  <a:path w="11699" h="11699" extrusionOk="0">
                    <a:moveTo>
                      <a:pt x="1" y="1"/>
                    </a:moveTo>
                    <a:lnTo>
                      <a:pt x="1" y="417"/>
                    </a:lnTo>
                    <a:lnTo>
                      <a:pt x="11283" y="11699"/>
                    </a:lnTo>
                    <a:lnTo>
                      <a:pt x="11698" y="1169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8"/>
              <p:cNvSpPr/>
              <p:nvPr/>
            </p:nvSpPr>
            <p:spPr>
              <a:xfrm>
                <a:off x="3114009" y="1652658"/>
                <a:ext cx="2189207" cy="2189207"/>
              </a:xfrm>
              <a:custGeom>
                <a:avLst/>
                <a:gdLst/>
                <a:ahLst/>
                <a:cxnLst/>
                <a:rect l="l" t="t" r="r" b="b"/>
                <a:pathLst>
                  <a:path w="10651" h="10651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0229" y="10651"/>
                    </a:lnTo>
                    <a:lnTo>
                      <a:pt x="10651" y="1065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8"/>
              <p:cNvSpPr/>
              <p:nvPr/>
            </p:nvSpPr>
            <p:spPr>
              <a:xfrm>
                <a:off x="3114009" y="1869299"/>
                <a:ext cx="1972567" cy="1972567"/>
              </a:xfrm>
              <a:custGeom>
                <a:avLst/>
                <a:gdLst/>
                <a:ahLst/>
                <a:cxnLst/>
                <a:rect l="l" t="t" r="r" b="b"/>
                <a:pathLst>
                  <a:path w="9597" h="9597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9181" y="9597"/>
                    </a:lnTo>
                    <a:lnTo>
                      <a:pt x="9597" y="959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8"/>
              <p:cNvSpPr/>
              <p:nvPr/>
            </p:nvSpPr>
            <p:spPr>
              <a:xfrm>
                <a:off x="3114009" y="2730927"/>
                <a:ext cx="1111149" cy="1110944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5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4990" y="5405"/>
                    </a:lnTo>
                    <a:lnTo>
                      <a:pt x="5405" y="540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8"/>
              <p:cNvSpPr/>
              <p:nvPr/>
            </p:nvSpPr>
            <p:spPr>
              <a:xfrm>
                <a:off x="3114009" y="1044051"/>
                <a:ext cx="2798016" cy="2797810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612" extrusionOk="0">
                    <a:moveTo>
                      <a:pt x="1" y="0"/>
                    </a:moveTo>
                    <a:lnTo>
                      <a:pt x="1" y="234"/>
                    </a:lnTo>
                    <a:lnTo>
                      <a:pt x="13379" y="13612"/>
                    </a:lnTo>
                    <a:lnTo>
                      <a:pt x="13612" y="13612"/>
                    </a:lnTo>
                    <a:lnTo>
                      <a:pt x="13612" y="13430"/>
                    </a:lnTo>
                    <a:lnTo>
                      <a:pt x="1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8"/>
              <p:cNvSpPr/>
              <p:nvPr/>
            </p:nvSpPr>
            <p:spPr>
              <a:xfrm>
                <a:off x="5880182" y="1044051"/>
                <a:ext cx="31859" cy="31859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55" extrusionOk="0">
                    <a:moveTo>
                      <a:pt x="0" y="0"/>
                    </a:moveTo>
                    <a:lnTo>
                      <a:pt x="154" y="154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8"/>
              <p:cNvSpPr/>
              <p:nvPr/>
            </p:nvSpPr>
            <p:spPr>
              <a:xfrm>
                <a:off x="3114009" y="3378176"/>
                <a:ext cx="463698" cy="463698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2256" extrusionOk="0">
                    <a:moveTo>
                      <a:pt x="1" y="1"/>
                    </a:moveTo>
                    <a:lnTo>
                      <a:pt x="1" y="416"/>
                    </a:lnTo>
                    <a:lnTo>
                      <a:pt x="1840" y="2256"/>
                    </a:lnTo>
                    <a:lnTo>
                      <a:pt x="2256" y="225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8"/>
              <p:cNvSpPr/>
              <p:nvPr/>
            </p:nvSpPr>
            <p:spPr>
              <a:xfrm>
                <a:off x="3114009" y="3593583"/>
                <a:ext cx="248292" cy="248292"/>
              </a:xfrm>
              <a:custGeom>
                <a:avLst/>
                <a:gdLst/>
                <a:ahLst/>
                <a:cxnLst/>
                <a:rect l="l" t="t" r="r" b="b"/>
                <a:pathLst>
                  <a:path w="1208" h="1208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792" y="1208"/>
                    </a:lnTo>
                    <a:lnTo>
                      <a:pt x="1208" y="12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8"/>
              <p:cNvSpPr/>
              <p:nvPr/>
            </p:nvSpPr>
            <p:spPr>
              <a:xfrm>
                <a:off x="3114009" y="2946334"/>
                <a:ext cx="895743" cy="895538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4357" extrusionOk="0">
                    <a:moveTo>
                      <a:pt x="1" y="0"/>
                    </a:moveTo>
                    <a:lnTo>
                      <a:pt x="1" y="421"/>
                    </a:lnTo>
                    <a:lnTo>
                      <a:pt x="3936" y="4357"/>
                    </a:lnTo>
                    <a:lnTo>
                      <a:pt x="4357" y="43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8"/>
              <p:cNvSpPr/>
              <p:nvPr/>
            </p:nvSpPr>
            <p:spPr>
              <a:xfrm>
                <a:off x="3114009" y="3162769"/>
                <a:ext cx="679104" cy="679104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304" extrusionOk="0">
                    <a:moveTo>
                      <a:pt x="1" y="1"/>
                    </a:moveTo>
                    <a:lnTo>
                      <a:pt x="1" y="416"/>
                    </a:lnTo>
                    <a:lnTo>
                      <a:pt x="2888" y="3304"/>
                    </a:lnTo>
                    <a:lnTo>
                      <a:pt x="3304" y="330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8"/>
              <p:cNvSpPr/>
              <p:nvPr/>
            </p:nvSpPr>
            <p:spPr>
              <a:xfrm>
                <a:off x="3496727" y="1044051"/>
                <a:ext cx="2415301" cy="2415095"/>
              </a:xfrm>
              <a:custGeom>
                <a:avLst/>
                <a:gdLst/>
                <a:ahLst/>
                <a:cxnLst/>
                <a:rect l="l" t="t" r="r" b="b"/>
                <a:pathLst>
                  <a:path w="11751" h="11750" extrusionOk="0">
                    <a:moveTo>
                      <a:pt x="1" y="0"/>
                    </a:moveTo>
                    <a:lnTo>
                      <a:pt x="11750" y="11749"/>
                    </a:lnTo>
                    <a:lnTo>
                      <a:pt x="11750" y="11334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8"/>
              <p:cNvSpPr/>
              <p:nvPr/>
            </p:nvSpPr>
            <p:spPr>
              <a:xfrm>
                <a:off x="5017320" y="1044051"/>
                <a:ext cx="894716" cy="894510"/>
              </a:xfrm>
              <a:custGeom>
                <a:avLst/>
                <a:gdLst/>
                <a:ahLst/>
                <a:cxnLst/>
                <a:rect l="l" t="t" r="r" b="b"/>
                <a:pathLst>
                  <a:path w="4353" h="4352" extrusionOk="0">
                    <a:moveTo>
                      <a:pt x="1" y="0"/>
                    </a:moveTo>
                    <a:lnTo>
                      <a:pt x="4352" y="4351"/>
                    </a:lnTo>
                    <a:lnTo>
                      <a:pt x="4352" y="3936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8"/>
              <p:cNvSpPr/>
              <p:nvPr/>
            </p:nvSpPr>
            <p:spPr>
              <a:xfrm>
                <a:off x="5232727" y="1044051"/>
                <a:ext cx="679310" cy="679104"/>
              </a:xfrm>
              <a:custGeom>
                <a:avLst/>
                <a:gdLst/>
                <a:ahLst/>
                <a:cxnLst/>
                <a:rect l="l" t="t" r="r" b="b"/>
                <a:pathLst>
                  <a:path w="3305" h="3304" extrusionOk="0">
                    <a:moveTo>
                      <a:pt x="1" y="0"/>
                    </a:moveTo>
                    <a:lnTo>
                      <a:pt x="3304" y="3304"/>
                    </a:lnTo>
                    <a:lnTo>
                      <a:pt x="3304" y="2888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8"/>
              <p:cNvSpPr/>
              <p:nvPr/>
            </p:nvSpPr>
            <p:spPr>
              <a:xfrm>
                <a:off x="4802119" y="1044051"/>
                <a:ext cx="1109916" cy="1109916"/>
              </a:xfrm>
              <a:custGeom>
                <a:avLst/>
                <a:gdLst/>
                <a:ahLst/>
                <a:cxnLst/>
                <a:rect l="l" t="t" r="r" b="b"/>
                <a:pathLst>
                  <a:path w="5400" h="5400" extrusionOk="0">
                    <a:moveTo>
                      <a:pt x="0" y="0"/>
                    </a:moveTo>
                    <a:lnTo>
                      <a:pt x="5399" y="5399"/>
                    </a:lnTo>
                    <a:lnTo>
                      <a:pt x="5399" y="4984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8"/>
              <p:cNvSpPr/>
              <p:nvPr/>
            </p:nvSpPr>
            <p:spPr>
              <a:xfrm>
                <a:off x="5664775" y="1044051"/>
                <a:ext cx="247265" cy="248292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1208" extrusionOk="0">
                    <a:moveTo>
                      <a:pt x="0" y="0"/>
                    </a:moveTo>
                    <a:lnTo>
                      <a:pt x="1202" y="1208"/>
                    </a:lnTo>
                    <a:lnTo>
                      <a:pt x="1202" y="786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8"/>
              <p:cNvSpPr/>
              <p:nvPr/>
            </p:nvSpPr>
            <p:spPr>
              <a:xfrm>
                <a:off x="4586711" y="1044051"/>
                <a:ext cx="1325322" cy="1325322"/>
              </a:xfrm>
              <a:custGeom>
                <a:avLst/>
                <a:gdLst/>
                <a:ahLst/>
                <a:cxnLst/>
                <a:rect l="l" t="t" r="r" b="b"/>
                <a:pathLst>
                  <a:path w="6448" h="6448" extrusionOk="0">
                    <a:moveTo>
                      <a:pt x="0" y="0"/>
                    </a:moveTo>
                    <a:lnTo>
                      <a:pt x="6447" y="6447"/>
                    </a:lnTo>
                    <a:lnTo>
                      <a:pt x="6447" y="603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8"/>
              <p:cNvSpPr/>
              <p:nvPr/>
            </p:nvSpPr>
            <p:spPr>
              <a:xfrm>
                <a:off x="5448134" y="1044051"/>
                <a:ext cx="463904" cy="463698"/>
              </a:xfrm>
              <a:custGeom>
                <a:avLst/>
                <a:gdLst/>
                <a:ahLst/>
                <a:cxnLst/>
                <a:rect l="l" t="t" r="r" b="b"/>
                <a:pathLst>
                  <a:path w="2257" h="2256" extrusionOk="0">
                    <a:moveTo>
                      <a:pt x="1" y="0"/>
                    </a:moveTo>
                    <a:lnTo>
                      <a:pt x="2256" y="2256"/>
                    </a:lnTo>
                    <a:lnTo>
                      <a:pt x="2256" y="1840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8"/>
              <p:cNvSpPr/>
              <p:nvPr/>
            </p:nvSpPr>
            <p:spPr>
              <a:xfrm>
                <a:off x="4144181" y="1044051"/>
                <a:ext cx="1767850" cy="1767850"/>
              </a:xfrm>
              <a:custGeom>
                <a:avLst/>
                <a:gdLst/>
                <a:ahLst/>
                <a:cxnLst/>
                <a:rect l="l" t="t" r="r" b="b"/>
                <a:pathLst>
                  <a:path w="8601" h="8601" extrusionOk="0">
                    <a:moveTo>
                      <a:pt x="0" y="0"/>
                    </a:moveTo>
                    <a:lnTo>
                      <a:pt x="8600" y="8600"/>
                    </a:lnTo>
                    <a:lnTo>
                      <a:pt x="8600" y="8184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8"/>
              <p:cNvSpPr/>
              <p:nvPr/>
            </p:nvSpPr>
            <p:spPr>
              <a:xfrm>
                <a:off x="4370071" y="1044051"/>
                <a:ext cx="1541961" cy="1541756"/>
              </a:xfrm>
              <a:custGeom>
                <a:avLst/>
                <a:gdLst/>
                <a:ahLst/>
                <a:cxnLst/>
                <a:rect l="l" t="t" r="r" b="b"/>
                <a:pathLst>
                  <a:path w="7502" h="7501" extrusionOk="0">
                    <a:moveTo>
                      <a:pt x="0" y="0"/>
                    </a:moveTo>
                    <a:lnTo>
                      <a:pt x="7501" y="7501"/>
                    </a:lnTo>
                    <a:lnTo>
                      <a:pt x="7501" y="7079"/>
                    </a:lnTo>
                    <a:lnTo>
                      <a:pt x="4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8"/>
              <p:cNvSpPr/>
              <p:nvPr/>
            </p:nvSpPr>
            <p:spPr>
              <a:xfrm>
                <a:off x="3281320" y="1044051"/>
                <a:ext cx="2630706" cy="2630501"/>
              </a:xfrm>
              <a:custGeom>
                <a:avLst/>
                <a:gdLst/>
                <a:ahLst/>
                <a:cxnLst/>
                <a:rect l="l" t="t" r="r" b="b"/>
                <a:pathLst>
                  <a:path w="12799" h="12798" extrusionOk="0">
                    <a:moveTo>
                      <a:pt x="1" y="0"/>
                    </a:moveTo>
                    <a:lnTo>
                      <a:pt x="12798" y="12797"/>
                    </a:lnTo>
                    <a:lnTo>
                      <a:pt x="12798" y="12382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8"/>
              <p:cNvSpPr/>
              <p:nvPr/>
            </p:nvSpPr>
            <p:spPr>
              <a:xfrm>
                <a:off x="3712134" y="1044051"/>
                <a:ext cx="2199895" cy="2199689"/>
              </a:xfrm>
              <a:custGeom>
                <a:avLst/>
                <a:gdLst/>
                <a:ahLst/>
                <a:cxnLst/>
                <a:rect l="l" t="t" r="r" b="b"/>
                <a:pathLst>
                  <a:path w="10703" h="10702" extrusionOk="0">
                    <a:moveTo>
                      <a:pt x="1" y="0"/>
                    </a:moveTo>
                    <a:lnTo>
                      <a:pt x="10702" y="10702"/>
                    </a:lnTo>
                    <a:lnTo>
                      <a:pt x="10702" y="10286"/>
                    </a:lnTo>
                    <a:lnTo>
                      <a:pt x="4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8"/>
              <p:cNvSpPr/>
              <p:nvPr/>
            </p:nvSpPr>
            <p:spPr>
              <a:xfrm>
                <a:off x="3114009" y="1222050"/>
                <a:ext cx="2620018" cy="2619813"/>
              </a:xfrm>
              <a:custGeom>
                <a:avLst/>
                <a:gdLst/>
                <a:ahLst/>
                <a:cxnLst/>
                <a:rect l="l" t="t" r="r" b="b"/>
                <a:pathLst>
                  <a:path w="12747" h="12746" extrusionOk="0">
                    <a:moveTo>
                      <a:pt x="1" y="0"/>
                    </a:moveTo>
                    <a:lnTo>
                      <a:pt x="1" y="416"/>
                    </a:lnTo>
                    <a:lnTo>
                      <a:pt x="12331" y="12746"/>
                    </a:lnTo>
                    <a:lnTo>
                      <a:pt x="12746" y="1274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8"/>
              <p:cNvSpPr/>
              <p:nvPr/>
            </p:nvSpPr>
            <p:spPr>
              <a:xfrm>
                <a:off x="3928774" y="1044051"/>
                <a:ext cx="1983255" cy="1983050"/>
              </a:xfrm>
              <a:custGeom>
                <a:avLst/>
                <a:gdLst/>
                <a:ahLst/>
                <a:cxnLst/>
                <a:rect l="l" t="t" r="r" b="b"/>
                <a:pathLst>
                  <a:path w="9649" h="9648" extrusionOk="0">
                    <a:moveTo>
                      <a:pt x="0" y="0"/>
                    </a:moveTo>
                    <a:lnTo>
                      <a:pt x="9648" y="9648"/>
                    </a:lnTo>
                    <a:lnTo>
                      <a:pt x="9648" y="9232"/>
                    </a:lnTo>
                    <a:lnTo>
                      <a:pt x="4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9" name="Google Shape;539;p38"/>
            <p:cNvSpPr/>
            <p:nvPr/>
          </p:nvSpPr>
          <p:spPr>
            <a:xfrm>
              <a:off x="3376280" y="1306321"/>
              <a:ext cx="2273478" cy="2273478"/>
            </a:xfrm>
            <a:custGeom>
              <a:avLst/>
              <a:gdLst/>
              <a:ahLst/>
              <a:cxnLst/>
              <a:rect l="l" t="t" r="r" b="b"/>
              <a:pathLst>
                <a:path w="11061" h="11061" extrusionOk="0">
                  <a:moveTo>
                    <a:pt x="0" y="0"/>
                  </a:moveTo>
                  <a:lnTo>
                    <a:pt x="0" y="11060"/>
                  </a:lnTo>
                  <a:lnTo>
                    <a:pt x="11060" y="11060"/>
                  </a:lnTo>
                  <a:lnTo>
                    <a:pt x="110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3454591" y="1384633"/>
              <a:ext cx="2116651" cy="2116651"/>
            </a:xfrm>
            <a:custGeom>
              <a:avLst/>
              <a:gdLst/>
              <a:ahLst/>
              <a:cxnLst/>
              <a:rect l="l" t="t" r="r" b="b"/>
              <a:pathLst>
                <a:path w="10298" h="10298" extrusionOk="0">
                  <a:moveTo>
                    <a:pt x="1" y="1"/>
                  </a:moveTo>
                  <a:lnTo>
                    <a:pt x="1" y="10298"/>
                  </a:lnTo>
                  <a:lnTo>
                    <a:pt x="10298" y="10298"/>
                  </a:lnTo>
                  <a:lnTo>
                    <a:pt x="10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38"/>
          <p:cNvGrpSpPr/>
          <p:nvPr/>
        </p:nvGrpSpPr>
        <p:grpSpPr>
          <a:xfrm>
            <a:off x="1081361" y="535677"/>
            <a:ext cx="6475486" cy="4149481"/>
            <a:chOff x="1081361" y="535677"/>
            <a:chExt cx="6475486" cy="4149481"/>
          </a:xfrm>
        </p:grpSpPr>
        <p:grpSp>
          <p:nvGrpSpPr>
            <p:cNvPr id="542" name="Google Shape;542;p38"/>
            <p:cNvGrpSpPr/>
            <p:nvPr/>
          </p:nvGrpSpPr>
          <p:grpSpPr>
            <a:xfrm>
              <a:off x="1081361" y="613018"/>
              <a:ext cx="6475412" cy="4072140"/>
              <a:chOff x="3000303" y="998421"/>
              <a:chExt cx="2911737" cy="2888043"/>
            </a:xfrm>
          </p:grpSpPr>
          <p:sp>
            <p:nvSpPr>
              <p:cNvPr id="543" name="Google Shape;543;p38"/>
              <p:cNvSpPr/>
              <p:nvPr/>
            </p:nvSpPr>
            <p:spPr>
              <a:xfrm>
                <a:off x="3000303" y="998421"/>
                <a:ext cx="2886809" cy="288804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4051" extrusionOk="0">
                    <a:moveTo>
                      <a:pt x="0" y="0"/>
                    </a:moveTo>
                    <a:lnTo>
                      <a:pt x="0" y="14050"/>
                    </a:lnTo>
                    <a:lnTo>
                      <a:pt x="14044" y="14050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4" name="Google Shape;544;p38"/>
              <p:cNvGrpSpPr/>
              <p:nvPr/>
            </p:nvGrpSpPr>
            <p:grpSpPr>
              <a:xfrm>
                <a:off x="3114009" y="1044051"/>
                <a:ext cx="2798031" cy="2797824"/>
                <a:chOff x="3114009" y="1044051"/>
                <a:chExt cx="2798031" cy="2797824"/>
              </a:xfrm>
            </p:grpSpPr>
            <p:sp>
              <p:nvSpPr>
                <p:cNvPr id="545" name="Google Shape;545;p38"/>
                <p:cNvSpPr/>
                <p:nvPr/>
              </p:nvSpPr>
              <p:spPr>
                <a:xfrm>
                  <a:off x="3114009" y="2515520"/>
                  <a:ext cx="1326555" cy="13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6453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6037" y="6453"/>
                      </a:lnTo>
                      <a:lnTo>
                        <a:pt x="6453" y="64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" name="Google Shape;546;p38"/>
                <p:cNvSpPr/>
                <p:nvPr/>
              </p:nvSpPr>
              <p:spPr>
                <a:xfrm>
                  <a:off x="3114009" y="2300113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085" y="7501"/>
                      </a:lnTo>
                      <a:lnTo>
                        <a:pt x="7501" y="75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38"/>
                <p:cNvSpPr/>
                <p:nvPr/>
              </p:nvSpPr>
              <p:spPr>
                <a:xfrm>
                  <a:off x="3114009" y="2084706"/>
                  <a:ext cx="1757367" cy="175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0" h="8549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8133" y="8549"/>
                      </a:lnTo>
                      <a:lnTo>
                        <a:pt x="8549" y="854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38"/>
                <p:cNvSpPr/>
                <p:nvPr/>
              </p:nvSpPr>
              <p:spPr>
                <a:xfrm>
                  <a:off x="3114009" y="1437251"/>
                  <a:ext cx="2404612" cy="240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9" h="11699" extrusionOk="0">
                      <a:moveTo>
                        <a:pt x="1" y="1"/>
                      </a:moveTo>
                      <a:lnTo>
                        <a:pt x="1" y="417"/>
                      </a:lnTo>
                      <a:lnTo>
                        <a:pt x="11283" y="11699"/>
                      </a:lnTo>
                      <a:lnTo>
                        <a:pt x="11698" y="1169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9" name="Google Shape;549;p38"/>
                <p:cNvSpPr/>
                <p:nvPr/>
              </p:nvSpPr>
              <p:spPr>
                <a:xfrm>
                  <a:off x="3114009" y="1652658"/>
                  <a:ext cx="2189207" cy="218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1" h="10651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0229" y="10651"/>
                      </a:lnTo>
                      <a:lnTo>
                        <a:pt x="10651" y="1065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550;p38"/>
                <p:cNvSpPr/>
                <p:nvPr/>
              </p:nvSpPr>
              <p:spPr>
                <a:xfrm>
                  <a:off x="3114009" y="1869299"/>
                  <a:ext cx="1972567" cy="19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9597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9181" y="9597"/>
                      </a:lnTo>
                      <a:lnTo>
                        <a:pt x="9597" y="959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38"/>
                <p:cNvSpPr/>
                <p:nvPr/>
              </p:nvSpPr>
              <p:spPr>
                <a:xfrm>
                  <a:off x="3114009" y="2730927"/>
                  <a:ext cx="1111149" cy="111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" h="5405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4990" y="5405"/>
                      </a:lnTo>
                      <a:lnTo>
                        <a:pt x="5405" y="540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38"/>
                <p:cNvSpPr/>
                <p:nvPr/>
              </p:nvSpPr>
              <p:spPr>
                <a:xfrm>
                  <a:off x="3114009" y="1044051"/>
                  <a:ext cx="2798016" cy="2797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612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13379" y="13612"/>
                      </a:lnTo>
                      <a:lnTo>
                        <a:pt x="13612" y="13612"/>
                      </a:lnTo>
                      <a:lnTo>
                        <a:pt x="13612" y="13430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38"/>
                <p:cNvSpPr/>
                <p:nvPr/>
              </p:nvSpPr>
              <p:spPr>
                <a:xfrm>
                  <a:off x="5880182" y="1044051"/>
                  <a:ext cx="31859" cy="31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55" extrusionOk="0">
                      <a:moveTo>
                        <a:pt x="0" y="0"/>
                      </a:moveTo>
                      <a:lnTo>
                        <a:pt x="154" y="154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554;p38"/>
                <p:cNvSpPr/>
                <p:nvPr/>
              </p:nvSpPr>
              <p:spPr>
                <a:xfrm>
                  <a:off x="3114009" y="3378176"/>
                  <a:ext cx="463698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2256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1840" y="2256"/>
                      </a:lnTo>
                      <a:lnTo>
                        <a:pt x="2256" y="225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" name="Google Shape;555;p38"/>
                <p:cNvSpPr/>
                <p:nvPr/>
              </p:nvSpPr>
              <p:spPr>
                <a:xfrm>
                  <a:off x="3114009" y="3593583"/>
                  <a:ext cx="248292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" h="1208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92" y="1208"/>
                      </a:lnTo>
                      <a:lnTo>
                        <a:pt x="1208" y="120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" name="Google Shape;556;p38"/>
                <p:cNvSpPr/>
                <p:nvPr/>
              </p:nvSpPr>
              <p:spPr>
                <a:xfrm>
                  <a:off x="3114009" y="2946334"/>
                  <a:ext cx="895743" cy="89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4357" extrusionOk="0">
                      <a:moveTo>
                        <a:pt x="1" y="0"/>
                      </a:moveTo>
                      <a:lnTo>
                        <a:pt x="1" y="421"/>
                      </a:lnTo>
                      <a:lnTo>
                        <a:pt x="3936" y="4357"/>
                      </a:lnTo>
                      <a:lnTo>
                        <a:pt x="4357" y="43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" name="Google Shape;557;p38"/>
                <p:cNvSpPr/>
                <p:nvPr/>
              </p:nvSpPr>
              <p:spPr>
                <a:xfrm>
                  <a:off x="3114009" y="3162769"/>
                  <a:ext cx="679104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3304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2888" y="3304"/>
                      </a:lnTo>
                      <a:lnTo>
                        <a:pt x="3304" y="33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558;p38"/>
                <p:cNvSpPr/>
                <p:nvPr/>
              </p:nvSpPr>
              <p:spPr>
                <a:xfrm>
                  <a:off x="3496727" y="1044051"/>
                  <a:ext cx="2415301" cy="2415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1" h="11750" extrusionOk="0">
                      <a:moveTo>
                        <a:pt x="1" y="0"/>
                      </a:moveTo>
                      <a:lnTo>
                        <a:pt x="11750" y="11749"/>
                      </a:lnTo>
                      <a:lnTo>
                        <a:pt x="11750" y="11334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" name="Google Shape;559;p38"/>
                <p:cNvSpPr/>
                <p:nvPr/>
              </p:nvSpPr>
              <p:spPr>
                <a:xfrm>
                  <a:off x="5017320" y="1044051"/>
                  <a:ext cx="894716" cy="894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4352" extrusionOk="0">
                      <a:moveTo>
                        <a:pt x="1" y="0"/>
                      </a:moveTo>
                      <a:lnTo>
                        <a:pt x="4352" y="4351"/>
                      </a:lnTo>
                      <a:lnTo>
                        <a:pt x="4352" y="3936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" name="Google Shape;560;p38"/>
                <p:cNvSpPr/>
                <p:nvPr/>
              </p:nvSpPr>
              <p:spPr>
                <a:xfrm>
                  <a:off x="5232727" y="1044051"/>
                  <a:ext cx="679310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" h="3304" extrusionOk="0">
                      <a:moveTo>
                        <a:pt x="1" y="0"/>
                      </a:moveTo>
                      <a:lnTo>
                        <a:pt x="3304" y="3304"/>
                      </a:lnTo>
                      <a:lnTo>
                        <a:pt x="3304" y="2888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561;p38"/>
                <p:cNvSpPr/>
                <p:nvPr/>
              </p:nvSpPr>
              <p:spPr>
                <a:xfrm>
                  <a:off x="4802119" y="1044051"/>
                  <a:ext cx="1109916" cy="110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0" h="5400" extrusionOk="0">
                      <a:moveTo>
                        <a:pt x="0" y="0"/>
                      </a:moveTo>
                      <a:lnTo>
                        <a:pt x="5399" y="5399"/>
                      </a:lnTo>
                      <a:lnTo>
                        <a:pt x="5399" y="49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562;p38"/>
                <p:cNvSpPr/>
                <p:nvPr/>
              </p:nvSpPr>
              <p:spPr>
                <a:xfrm>
                  <a:off x="5664775" y="1044051"/>
                  <a:ext cx="247265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208" extrusionOk="0">
                      <a:moveTo>
                        <a:pt x="0" y="0"/>
                      </a:moveTo>
                      <a:lnTo>
                        <a:pt x="1202" y="1208"/>
                      </a:lnTo>
                      <a:lnTo>
                        <a:pt x="1202" y="786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563;p38"/>
                <p:cNvSpPr/>
                <p:nvPr/>
              </p:nvSpPr>
              <p:spPr>
                <a:xfrm>
                  <a:off x="4586711" y="1044051"/>
                  <a:ext cx="1325322" cy="132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8" h="6448" extrusionOk="0">
                      <a:moveTo>
                        <a:pt x="0" y="0"/>
                      </a:moveTo>
                      <a:lnTo>
                        <a:pt x="6447" y="6447"/>
                      </a:lnTo>
                      <a:lnTo>
                        <a:pt x="6447" y="60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564;p38"/>
                <p:cNvSpPr/>
                <p:nvPr/>
              </p:nvSpPr>
              <p:spPr>
                <a:xfrm>
                  <a:off x="5448134" y="1044051"/>
                  <a:ext cx="463904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7" h="2256" extrusionOk="0">
                      <a:moveTo>
                        <a:pt x="1" y="0"/>
                      </a:moveTo>
                      <a:lnTo>
                        <a:pt x="2256" y="2256"/>
                      </a:lnTo>
                      <a:lnTo>
                        <a:pt x="2256" y="1840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565;p38"/>
                <p:cNvSpPr/>
                <p:nvPr/>
              </p:nvSpPr>
              <p:spPr>
                <a:xfrm>
                  <a:off x="4144181" y="1044051"/>
                  <a:ext cx="1767850" cy="17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1" h="8601" extrusionOk="0">
                      <a:moveTo>
                        <a:pt x="0" y="0"/>
                      </a:moveTo>
                      <a:lnTo>
                        <a:pt x="8600" y="8600"/>
                      </a:lnTo>
                      <a:lnTo>
                        <a:pt x="8600" y="81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566;p38"/>
                <p:cNvSpPr/>
                <p:nvPr/>
              </p:nvSpPr>
              <p:spPr>
                <a:xfrm>
                  <a:off x="4370071" y="1044051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0" y="0"/>
                      </a:moveTo>
                      <a:lnTo>
                        <a:pt x="7501" y="7501"/>
                      </a:lnTo>
                      <a:lnTo>
                        <a:pt x="7501" y="7079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" name="Google Shape;567;p38"/>
                <p:cNvSpPr/>
                <p:nvPr/>
              </p:nvSpPr>
              <p:spPr>
                <a:xfrm>
                  <a:off x="3281320" y="1044051"/>
                  <a:ext cx="2630706" cy="263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9" h="12798" extrusionOk="0">
                      <a:moveTo>
                        <a:pt x="1" y="0"/>
                      </a:moveTo>
                      <a:lnTo>
                        <a:pt x="12798" y="12797"/>
                      </a:lnTo>
                      <a:lnTo>
                        <a:pt x="12798" y="12382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568;p38"/>
                <p:cNvSpPr/>
                <p:nvPr/>
              </p:nvSpPr>
              <p:spPr>
                <a:xfrm>
                  <a:off x="3712134" y="1044051"/>
                  <a:ext cx="2199895" cy="2199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3" h="10702" extrusionOk="0">
                      <a:moveTo>
                        <a:pt x="1" y="0"/>
                      </a:moveTo>
                      <a:lnTo>
                        <a:pt x="10702" y="10702"/>
                      </a:lnTo>
                      <a:lnTo>
                        <a:pt x="10702" y="10286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569;p38"/>
                <p:cNvSpPr/>
                <p:nvPr/>
              </p:nvSpPr>
              <p:spPr>
                <a:xfrm>
                  <a:off x="3114009" y="1222050"/>
                  <a:ext cx="2620018" cy="261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7" h="12746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12331" y="12746"/>
                      </a:lnTo>
                      <a:lnTo>
                        <a:pt x="12746" y="1274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570;p38"/>
                <p:cNvSpPr/>
                <p:nvPr/>
              </p:nvSpPr>
              <p:spPr>
                <a:xfrm>
                  <a:off x="3928774" y="1044051"/>
                  <a:ext cx="1983255" cy="198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48" extrusionOk="0">
                      <a:moveTo>
                        <a:pt x="0" y="0"/>
                      </a:moveTo>
                      <a:lnTo>
                        <a:pt x="9648" y="9648"/>
                      </a:lnTo>
                      <a:lnTo>
                        <a:pt x="9648" y="92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71" name="Google Shape;571;p38"/>
              <p:cNvSpPr/>
              <p:nvPr/>
            </p:nvSpPr>
            <p:spPr>
              <a:xfrm>
                <a:off x="3376280" y="1306321"/>
                <a:ext cx="2273478" cy="2273478"/>
              </a:xfrm>
              <a:custGeom>
                <a:avLst/>
                <a:gdLst/>
                <a:ahLst/>
                <a:cxnLst/>
                <a:rect l="l" t="t" r="r" b="b"/>
                <a:pathLst>
                  <a:path w="11061" h="11061" extrusionOk="0">
                    <a:moveTo>
                      <a:pt x="0" y="0"/>
                    </a:moveTo>
                    <a:lnTo>
                      <a:pt x="0" y="11060"/>
                    </a:lnTo>
                    <a:lnTo>
                      <a:pt x="11060" y="11060"/>
                    </a:lnTo>
                    <a:lnTo>
                      <a:pt x="110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3454591" y="1384633"/>
                <a:ext cx="2116651" cy="2116651"/>
              </a:xfrm>
              <a:custGeom>
                <a:avLst/>
                <a:gdLst/>
                <a:ahLst/>
                <a:cxnLst/>
                <a:rect l="l" t="t" r="r" b="b"/>
                <a:pathLst>
                  <a:path w="10298" h="10298" extrusionOk="0">
                    <a:moveTo>
                      <a:pt x="1" y="1"/>
                    </a:moveTo>
                    <a:lnTo>
                      <a:pt x="1" y="10298"/>
                    </a:lnTo>
                    <a:lnTo>
                      <a:pt x="10298" y="10298"/>
                    </a:lnTo>
                    <a:lnTo>
                      <a:pt x="102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3" name="Google Shape;573;p38"/>
            <p:cNvGrpSpPr/>
            <p:nvPr/>
          </p:nvGrpSpPr>
          <p:grpSpPr>
            <a:xfrm>
              <a:off x="1168338" y="535677"/>
              <a:ext cx="6388509" cy="4072140"/>
              <a:chOff x="3069613" y="998421"/>
              <a:chExt cx="2886809" cy="2888043"/>
            </a:xfrm>
          </p:grpSpPr>
          <p:sp>
            <p:nvSpPr>
              <p:cNvPr id="574" name="Google Shape;574;p38"/>
              <p:cNvSpPr/>
              <p:nvPr/>
            </p:nvSpPr>
            <p:spPr>
              <a:xfrm>
                <a:off x="3069612" y="998421"/>
                <a:ext cx="2886809" cy="288804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4051" extrusionOk="0">
                    <a:moveTo>
                      <a:pt x="0" y="0"/>
                    </a:moveTo>
                    <a:lnTo>
                      <a:pt x="0" y="14050"/>
                    </a:lnTo>
                    <a:lnTo>
                      <a:pt x="14044" y="14050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rgbClr val="6E90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5" name="Google Shape;575;p38"/>
              <p:cNvGrpSpPr/>
              <p:nvPr/>
            </p:nvGrpSpPr>
            <p:grpSpPr>
              <a:xfrm>
                <a:off x="3114009" y="1044051"/>
                <a:ext cx="2798031" cy="2797824"/>
                <a:chOff x="3114009" y="1044051"/>
                <a:chExt cx="2798031" cy="2797824"/>
              </a:xfrm>
            </p:grpSpPr>
            <p:sp>
              <p:nvSpPr>
                <p:cNvPr id="576" name="Google Shape;576;p38"/>
                <p:cNvSpPr/>
                <p:nvPr/>
              </p:nvSpPr>
              <p:spPr>
                <a:xfrm>
                  <a:off x="3114009" y="2515520"/>
                  <a:ext cx="1326555" cy="132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4" h="6453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6037" y="6453"/>
                      </a:lnTo>
                      <a:lnTo>
                        <a:pt x="6453" y="64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38"/>
                <p:cNvSpPr/>
                <p:nvPr/>
              </p:nvSpPr>
              <p:spPr>
                <a:xfrm>
                  <a:off x="3114009" y="2300113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085" y="7501"/>
                      </a:lnTo>
                      <a:lnTo>
                        <a:pt x="7501" y="750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38"/>
                <p:cNvSpPr/>
                <p:nvPr/>
              </p:nvSpPr>
              <p:spPr>
                <a:xfrm>
                  <a:off x="3114009" y="2084706"/>
                  <a:ext cx="1757367" cy="1757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50" h="8549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8133" y="8549"/>
                      </a:lnTo>
                      <a:lnTo>
                        <a:pt x="8549" y="8549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579;p38"/>
                <p:cNvSpPr/>
                <p:nvPr/>
              </p:nvSpPr>
              <p:spPr>
                <a:xfrm>
                  <a:off x="3114009" y="1437251"/>
                  <a:ext cx="2404612" cy="2404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9" h="11699" extrusionOk="0">
                      <a:moveTo>
                        <a:pt x="1" y="1"/>
                      </a:moveTo>
                      <a:lnTo>
                        <a:pt x="1" y="417"/>
                      </a:lnTo>
                      <a:lnTo>
                        <a:pt x="11283" y="11699"/>
                      </a:lnTo>
                      <a:lnTo>
                        <a:pt x="11698" y="1169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580;p38"/>
                <p:cNvSpPr/>
                <p:nvPr/>
              </p:nvSpPr>
              <p:spPr>
                <a:xfrm>
                  <a:off x="3114009" y="1652658"/>
                  <a:ext cx="2189207" cy="2189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1" h="10651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0229" y="10651"/>
                      </a:lnTo>
                      <a:lnTo>
                        <a:pt x="10651" y="1065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581;p38"/>
                <p:cNvSpPr/>
                <p:nvPr/>
              </p:nvSpPr>
              <p:spPr>
                <a:xfrm>
                  <a:off x="3114009" y="1869299"/>
                  <a:ext cx="1972567" cy="197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97" h="9597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9181" y="9597"/>
                      </a:lnTo>
                      <a:lnTo>
                        <a:pt x="9597" y="959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582;p38"/>
                <p:cNvSpPr/>
                <p:nvPr/>
              </p:nvSpPr>
              <p:spPr>
                <a:xfrm>
                  <a:off x="3114009" y="2730927"/>
                  <a:ext cx="1111149" cy="1110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6" h="5405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4990" y="5405"/>
                      </a:lnTo>
                      <a:lnTo>
                        <a:pt x="5405" y="540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38"/>
                <p:cNvSpPr/>
                <p:nvPr/>
              </p:nvSpPr>
              <p:spPr>
                <a:xfrm>
                  <a:off x="3114009" y="1044051"/>
                  <a:ext cx="2798016" cy="2797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13" h="13612" extrusionOk="0">
                      <a:moveTo>
                        <a:pt x="1" y="0"/>
                      </a:moveTo>
                      <a:lnTo>
                        <a:pt x="1" y="234"/>
                      </a:lnTo>
                      <a:lnTo>
                        <a:pt x="13379" y="13612"/>
                      </a:lnTo>
                      <a:lnTo>
                        <a:pt x="13612" y="13612"/>
                      </a:lnTo>
                      <a:lnTo>
                        <a:pt x="13612" y="13430"/>
                      </a:lnTo>
                      <a:lnTo>
                        <a:pt x="183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38"/>
                <p:cNvSpPr/>
                <p:nvPr/>
              </p:nvSpPr>
              <p:spPr>
                <a:xfrm>
                  <a:off x="5880182" y="1044051"/>
                  <a:ext cx="31859" cy="31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55" extrusionOk="0">
                      <a:moveTo>
                        <a:pt x="0" y="0"/>
                      </a:moveTo>
                      <a:lnTo>
                        <a:pt x="154" y="154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585;p38"/>
                <p:cNvSpPr/>
                <p:nvPr/>
              </p:nvSpPr>
              <p:spPr>
                <a:xfrm>
                  <a:off x="3114009" y="3378176"/>
                  <a:ext cx="463698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2256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1840" y="2256"/>
                      </a:lnTo>
                      <a:lnTo>
                        <a:pt x="2256" y="225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586;p38"/>
                <p:cNvSpPr/>
                <p:nvPr/>
              </p:nvSpPr>
              <p:spPr>
                <a:xfrm>
                  <a:off x="3114009" y="3593583"/>
                  <a:ext cx="248292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8" h="1208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792" y="1208"/>
                      </a:lnTo>
                      <a:lnTo>
                        <a:pt x="1208" y="120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38"/>
                <p:cNvSpPr/>
                <p:nvPr/>
              </p:nvSpPr>
              <p:spPr>
                <a:xfrm>
                  <a:off x="3114009" y="2946334"/>
                  <a:ext cx="895743" cy="89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8" h="4357" extrusionOk="0">
                      <a:moveTo>
                        <a:pt x="1" y="0"/>
                      </a:moveTo>
                      <a:lnTo>
                        <a:pt x="1" y="421"/>
                      </a:lnTo>
                      <a:lnTo>
                        <a:pt x="3936" y="4357"/>
                      </a:lnTo>
                      <a:lnTo>
                        <a:pt x="4357" y="43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8"/>
                <p:cNvSpPr/>
                <p:nvPr/>
              </p:nvSpPr>
              <p:spPr>
                <a:xfrm>
                  <a:off x="3114009" y="3162769"/>
                  <a:ext cx="679104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3304" extrusionOk="0">
                      <a:moveTo>
                        <a:pt x="1" y="1"/>
                      </a:moveTo>
                      <a:lnTo>
                        <a:pt x="1" y="416"/>
                      </a:lnTo>
                      <a:lnTo>
                        <a:pt x="2888" y="3304"/>
                      </a:lnTo>
                      <a:lnTo>
                        <a:pt x="3304" y="3304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8"/>
                <p:cNvSpPr/>
                <p:nvPr/>
              </p:nvSpPr>
              <p:spPr>
                <a:xfrm>
                  <a:off x="3496727" y="1044051"/>
                  <a:ext cx="2415301" cy="2415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1" h="11750" extrusionOk="0">
                      <a:moveTo>
                        <a:pt x="1" y="0"/>
                      </a:moveTo>
                      <a:lnTo>
                        <a:pt x="11750" y="11749"/>
                      </a:lnTo>
                      <a:lnTo>
                        <a:pt x="11750" y="11334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8"/>
                <p:cNvSpPr/>
                <p:nvPr/>
              </p:nvSpPr>
              <p:spPr>
                <a:xfrm>
                  <a:off x="5017320" y="1044051"/>
                  <a:ext cx="894716" cy="894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" h="4352" extrusionOk="0">
                      <a:moveTo>
                        <a:pt x="1" y="0"/>
                      </a:moveTo>
                      <a:lnTo>
                        <a:pt x="4352" y="4351"/>
                      </a:lnTo>
                      <a:lnTo>
                        <a:pt x="4352" y="3936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8"/>
                <p:cNvSpPr/>
                <p:nvPr/>
              </p:nvSpPr>
              <p:spPr>
                <a:xfrm>
                  <a:off x="5232727" y="1044051"/>
                  <a:ext cx="679310" cy="679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5" h="3304" extrusionOk="0">
                      <a:moveTo>
                        <a:pt x="1" y="0"/>
                      </a:moveTo>
                      <a:lnTo>
                        <a:pt x="3304" y="3304"/>
                      </a:lnTo>
                      <a:lnTo>
                        <a:pt x="3304" y="2888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8"/>
                <p:cNvSpPr/>
                <p:nvPr/>
              </p:nvSpPr>
              <p:spPr>
                <a:xfrm>
                  <a:off x="4802119" y="1044051"/>
                  <a:ext cx="1109916" cy="1109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00" h="5400" extrusionOk="0">
                      <a:moveTo>
                        <a:pt x="0" y="0"/>
                      </a:moveTo>
                      <a:lnTo>
                        <a:pt x="5399" y="5399"/>
                      </a:lnTo>
                      <a:lnTo>
                        <a:pt x="5399" y="49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8"/>
                <p:cNvSpPr/>
                <p:nvPr/>
              </p:nvSpPr>
              <p:spPr>
                <a:xfrm>
                  <a:off x="5664775" y="1044051"/>
                  <a:ext cx="247265" cy="24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208" extrusionOk="0">
                      <a:moveTo>
                        <a:pt x="0" y="0"/>
                      </a:moveTo>
                      <a:lnTo>
                        <a:pt x="1202" y="1208"/>
                      </a:lnTo>
                      <a:lnTo>
                        <a:pt x="1202" y="786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8"/>
                <p:cNvSpPr/>
                <p:nvPr/>
              </p:nvSpPr>
              <p:spPr>
                <a:xfrm>
                  <a:off x="4586711" y="1044051"/>
                  <a:ext cx="1325322" cy="132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8" h="6448" extrusionOk="0">
                      <a:moveTo>
                        <a:pt x="0" y="0"/>
                      </a:moveTo>
                      <a:lnTo>
                        <a:pt x="6447" y="6447"/>
                      </a:lnTo>
                      <a:lnTo>
                        <a:pt x="6447" y="60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8"/>
                <p:cNvSpPr/>
                <p:nvPr/>
              </p:nvSpPr>
              <p:spPr>
                <a:xfrm>
                  <a:off x="5448134" y="1044051"/>
                  <a:ext cx="463904" cy="463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7" h="2256" extrusionOk="0">
                      <a:moveTo>
                        <a:pt x="1" y="0"/>
                      </a:moveTo>
                      <a:lnTo>
                        <a:pt x="2256" y="2256"/>
                      </a:lnTo>
                      <a:lnTo>
                        <a:pt x="2256" y="1840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8"/>
                <p:cNvSpPr/>
                <p:nvPr/>
              </p:nvSpPr>
              <p:spPr>
                <a:xfrm>
                  <a:off x="4144181" y="1044051"/>
                  <a:ext cx="1767850" cy="176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1" h="8601" extrusionOk="0">
                      <a:moveTo>
                        <a:pt x="0" y="0"/>
                      </a:moveTo>
                      <a:lnTo>
                        <a:pt x="8600" y="8600"/>
                      </a:lnTo>
                      <a:lnTo>
                        <a:pt x="8600" y="8184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8"/>
                <p:cNvSpPr/>
                <p:nvPr/>
              </p:nvSpPr>
              <p:spPr>
                <a:xfrm>
                  <a:off x="4370071" y="1044051"/>
                  <a:ext cx="1541961" cy="1541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2" h="7501" extrusionOk="0">
                      <a:moveTo>
                        <a:pt x="0" y="0"/>
                      </a:moveTo>
                      <a:lnTo>
                        <a:pt x="7501" y="7501"/>
                      </a:lnTo>
                      <a:lnTo>
                        <a:pt x="7501" y="7079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8"/>
                <p:cNvSpPr/>
                <p:nvPr/>
              </p:nvSpPr>
              <p:spPr>
                <a:xfrm>
                  <a:off x="3281320" y="1044051"/>
                  <a:ext cx="2630706" cy="2630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9" h="12798" extrusionOk="0">
                      <a:moveTo>
                        <a:pt x="1" y="0"/>
                      </a:moveTo>
                      <a:lnTo>
                        <a:pt x="12798" y="12797"/>
                      </a:lnTo>
                      <a:lnTo>
                        <a:pt x="12798" y="12382"/>
                      </a:lnTo>
                      <a:lnTo>
                        <a:pt x="417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38"/>
                <p:cNvSpPr/>
                <p:nvPr/>
              </p:nvSpPr>
              <p:spPr>
                <a:xfrm>
                  <a:off x="3712134" y="1044051"/>
                  <a:ext cx="2199895" cy="2199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03" h="10702" extrusionOk="0">
                      <a:moveTo>
                        <a:pt x="1" y="0"/>
                      </a:moveTo>
                      <a:lnTo>
                        <a:pt x="10702" y="10702"/>
                      </a:lnTo>
                      <a:lnTo>
                        <a:pt x="10702" y="10286"/>
                      </a:lnTo>
                      <a:lnTo>
                        <a:pt x="422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38"/>
                <p:cNvSpPr/>
                <p:nvPr/>
              </p:nvSpPr>
              <p:spPr>
                <a:xfrm>
                  <a:off x="3114009" y="1222050"/>
                  <a:ext cx="2620018" cy="261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7" h="12746" extrusionOk="0">
                      <a:moveTo>
                        <a:pt x="1" y="0"/>
                      </a:moveTo>
                      <a:lnTo>
                        <a:pt x="1" y="416"/>
                      </a:lnTo>
                      <a:lnTo>
                        <a:pt x="12331" y="12746"/>
                      </a:lnTo>
                      <a:lnTo>
                        <a:pt x="12746" y="12746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38"/>
                <p:cNvSpPr/>
                <p:nvPr/>
              </p:nvSpPr>
              <p:spPr>
                <a:xfrm>
                  <a:off x="3928774" y="1044051"/>
                  <a:ext cx="1983255" cy="198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9" h="9648" extrusionOk="0">
                      <a:moveTo>
                        <a:pt x="0" y="0"/>
                      </a:moveTo>
                      <a:lnTo>
                        <a:pt x="9648" y="9648"/>
                      </a:lnTo>
                      <a:lnTo>
                        <a:pt x="9648" y="9232"/>
                      </a:lnTo>
                      <a:lnTo>
                        <a:pt x="416" y="0"/>
                      </a:lnTo>
                      <a:close/>
                    </a:path>
                  </a:pathLst>
                </a:custGeom>
                <a:solidFill>
                  <a:srgbClr val="F9E4C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02" name="Google Shape;602;p38"/>
              <p:cNvSpPr/>
              <p:nvPr/>
            </p:nvSpPr>
            <p:spPr>
              <a:xfrm>
                <a:off x="3414822" y="1306327"/>
                <a:ext cx="2199895" cy="2273478"/>
              </a:xfrm>
              <a:custGeom>
                <a:avLst/>
                <a:gdLst/>
                <a:ahLst/>
                <a:cxnLst/>
                <a:rect l="l" t="t" r="r" b="b"/>
                <a:pathLst>
                  <a:path w="11061" h="11061" extrusionOk="0">
                    <a:moveTo>
                      <a:pt x="0" y="0"/>
                    </a:moveTo>
                    <a:lnTo>
                      <a:pt x="0" y="11060"/>
                    </a:lnTo>
                    <a:lnTo>
                      <a:pt x="11060" y="11060"/>
                    </a:lnTo>
                    <a:lnTo>
                      <a:pt x="11060" y="0"/>
                    </a:lnTo>
                    <a:close/>
                  </a:path>
                </a:pathLst>
              </a:custGeom>
              <a:solidFill>
                <a:srgbClr val="E4A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8"/>
              <p:cNvSpPr/>
              <p:nvPr/>
            </p:nvSpPr>
            <p:spPr>
              <a:xfrm>
                <a:off x="3454591" y="1384633"/>
                <a:ext cx="2116651" cy="2116651"/>
              </a:xfrm>
              <a:custGeom>
                <a:avLst/>
                <a:gdLst/>
                <a:ahLst/>
                <a:cxnLst/>
                <a:rect l="l" t="t" r="r" b="b"/>
                <a:pathLst>
                  <a:path w="10298" h="10298" extrusionOk="0">
                    <a:moveTo>
                      <a:pt x="1" y="1"/>
                    </a:moveTo>
                    <a:lnTo>
                      <a:pt x="1" y="10298"/>
                    </a:lnTo>
                    <a:lnTo>
                      <a:pt x="10298" y="10298"/>
                    </a:lnTo>
                    <a:lnTo>
                      <a:pt x="102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4" name="Google Shape;604;p38"/>
          <p:cNvSpPr txBox="1">
            <a:spLocks noGrp="1"/>
          </p:cNvSpPr>
          <p:nvPr>
            <p:ph type="ctrTitle"/>
          </p:nvPr>
        </p:nvSpPr>
        <p:spPr>
          <a:xfrm rot="-696">
            <a:off x="1889970" y="1289832"/>
            <a:ext cx="4945913" cy="174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FrankRuehl" panose="020E0503060101010101" pitchFamily="34" charset="-79"/>
                <a:cs typeface="FrankRuehl" panose="020E0503060101010101" pitchFamily="34" charset="-79"/>
              </a:rPr>
              <a:t>STATISTIKA MATEMATIKA 1</a:t>
            </a:r>
          </a:p>
        </p:txBody>
      </p:sp>
      <p:sp>
        <p:nvSpPr>
          <p:cNvPr id="605" name="Google Shape;605;p38"/>
          <p:cNvSpPr txBox="1">
            <a:spLocks noGrp="1"/>
          </p:cNvSpPr>
          <p:nvPr>
            <p:ph type="subTitle" idx="1"/>
          </p:nvPr>
        </p:nvSpPr>
        <p:spPr>
          <a:xfrm rot="232">
            <a:off x="2133920" y="3148973"/>
            <a:ext cx="4439700" cy="51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B</a:t>
            </a:r>
            <a:r>
              <a:rPr lang="en" dirty="0">
                <a:solidFill>
                  <a:schemeClr val="dk1"/>
                </a:solidFill>
              </a:rPr>
              <a:t>y : Gusti Uripno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History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Powerball: How the lottery works and ...">
            <a:extLst>
              <a:ext uri="{FF2B5EF4-FFF2-40B4-BE49-F238E27FC236}">
                <a16:creationId xmlns:a16="http://schemas.microsoft.com/office/drawing/2014/main" id="{1D29A194-171A-494C-9D4E-D3958794D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54" y="2131346"/>
            <a:ext cx="3685734" cy="1913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ltimate Flat Tax Programs ...">
            <a:extLst>
              <a:ext uri="{FF2B5EF4-FFF2-40B4-BE49-F238E27FC236}">
                <a16:creationId xmlns:a16="http://schemas.microsoft.com/office/drawing/2014/main" id="{0EE231C2-88AA-47B6-A0A5-87B598204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587" y="2014246"/>
            <a:ext cx="3460909" cy="212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994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Bagian 1 :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FF6FB93-8F76-4C9D-A410-8C9917E0BC4C}"/>
              </a:ext>
            </a:extLst>
          </p:cNvPr>
          <p:cNvSpPr txBox="1"/>
          <p:nvPr/>
        </p:nvSpPr>
        <p:spPr>
          <a:xfrm>
            <a:off x="1385104" y="1383522"/>
            <a:ext cx="6364224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Prinsip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Dasar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Bernoulli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Ruang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sampel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Aksioma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Sifat-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sifat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Peluang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Bersyarat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Peristiwa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Saling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Bebas</a:t>
            </a:r>
            <a:endParaRPr lang="en-ID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D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Teorema</a:t>
            </a:r>
            <a:r>
              <a:rPr lang="en-ID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Bayes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678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4E936A4-219D-412E-89EC-E6D379F23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563" y="1311883"/>
            <a:ext cx="6547232" cy="1555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207C3C-8896-4030-9882-2AC326DBE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000" y="2905324"/>
            <a:ext cx="4953538" cy="196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54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689A018-8715-4356-A212-68FE8012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233" y="1361060"/>
            <a:ext cx="6389349" cy="1948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88910-B903-4FDF-8705-F0EAD3ABC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233" y="3436356"/>
            <a:ext cx="6360264" cy="13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70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747999D-ECA0-4E70-8424-CB775250B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7" y="1399224"/>
            <a:ext cx="7532742" cy="17033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8843C9-0F9F-4615-928E-06619EA31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865" y="3237964"/>
            <a:ext cx="7580133" cy="110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02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DD4E8F1-37DF-4A9D-BA51-10FA659E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88" y="1773630"/>
            <a:ext cx="7779624" cy="186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79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EE9EA65-07E4-4C09-9355-2C05DCE6B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0" y="535642"/>
            <a:ext cx="6172200" cy="429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96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9A87185-22E4-4DE8-BCF1-C7DA69C5F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826" y="1331354"/>
            <a:ext cx="6782753" cy="1799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36FC8B-D262-4FF1-8227-5A40F3340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451" y="3131134"/>
            <a:ext cx="6455502" cy="160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51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C6BFE6D-A014-4C3D-89D1-19C797811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98" y="1822134"/>
            <a:ext cx="7593603" cy="214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40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Prinsip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Dasar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2FC0007-7E2F-4B85-94CD-7E260BBC2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8" y="1234200"/>
            <a:ext cx="6797040" cy="1886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34DFD4-3914-46C5-BCC0-3E33CE4CD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48" y="3120780"/>
            <a:ext cx="6797039" cy="10985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33F1F5-E6BA-48E9-AC5B-69D2C3B71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956" y="4347736"/>
            <a:ext cx="5254445" cy="54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24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9E4C75-5707-4033-A129-EB5A6D42A4AE}"/>
              </a:ext>
            </a:extLst>
          </p:cNvPr>
          <p:cNvSpPr/>
          <p:nvPr/>
        </p:nvSpPr>
        <p:spPr>
          <a:xfrm>
            <a:off x="594360" y="1563845"/>
            <a:ext cx="1025269" cy="5352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996" name="Google Shape;996;p44"/>
          <p:cNvGrpSpPr/>
          <p:nvPr/>
        </p:nvGrpSpPr>
        <p:grpSpPr>
          <a:xfrm rot="-40568">
            <a:off x="2417202" y="139482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549174" y="37787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Percobaan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Bernoulli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48866" y="62016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CEF97FC-7A52-4498-87A9-20EC701A9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397" y="1180924"/>
            <a:ext cx="6114938" cy="2823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41964D-D097-4637-A99D-75F5B40B7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155" y="4085202"/>
            <a:ext cx="6335322" cy="82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62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429461" y="303403"/>
            <a:ext cx="4217576" cy="935539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497986" y="525314"/>
            <a:ext cx="4056009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Percobaan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Bernoulli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9B3B284-3BD6-46A2-B79B-AD80685C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82" y="1520026"/>
            <a:ext cx="6916253" cy="304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88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88C0E46-CA54-43CB-B4A1-51BCE60E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94" y="1501523"/>
            <a:ext cx="7248525" cy="313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49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42741CD-B07F-4A34-ABCD-FAEE8DEC7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489" y="1487878"/>
            <a:ext cx="6983275" cy="31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47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01ED1B8-AEE9-4678-AE78-818ABCCE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1702449"/>
            <a:ext cx="7533187" cy="258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66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ADD6A62-2E44-403C-A257-B21BE5A38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21" y="2268009"/>
            <a:ext cx="7607618" cy="105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43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Menghitung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Ruang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sampel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4D364EB-2D50-45C0-8325-A4422473E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369" y="1487878"/>
            <a:ext cx="5622160" cy="335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408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B2F700E-9EDB-48CC-B7A3-56FA15B6E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60" y="1884364"/>
            <a:ext cx="7475539" cy="187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77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FAB9896-5313-4E38-B93D-A681C7574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81" y="1844423"/>
            <a:ext cx="7288698" cy="25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62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2.4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31CB3A-8113-429A-8818-BF906BED6E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331"/>
          <a:stretch/>
        </p:blipFill>
        <p:spPr>
          <a:xfrm>
            <a:off x="2321182" y="2415663"/>
            <a:ext cx="4511993" cy="67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34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0874EC-A61A-433D-A277-656DB66AB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57" y="2261431"/>
            <a:ext cx="5824184" cy="22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398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2.5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0D7E8-7E4D-4427-A8A3-1A5D8B6B1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968" y="2571750"/>
            <a:ext cx="6428710" cy="56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7C998D-3614-478A-B399-DDE17AF4B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4" y="2452979"/>
            <a:ext cx="7278741" cy="17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76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2.6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79570-99E6-474B-B04A-D45911EA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762" y="2659018"/>
            <a:ext cx="4420065" cy="80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12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Bantuan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23875-8E85-4F03-8B6F-7B466583A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408" y="2271132"/>
            <a:ext cx="3777615" cy="23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40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 2.7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F976C-79CC-4884-8C5B-46FECDA12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52" y="2562419"/>
            <a:ext cx="6801188" cy="73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64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210527" y="355282"/>
            <a:ext cx="4894226" cy="100247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52894" y="674095"/>
            <a:ext cx="4828644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Aksioma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Teorema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120390" y="148787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Bantuan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31EB14-E47F-4EB3-9C4D-4EF2928697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6" t="8532" b="5840"/>
          <a:stretch/>
        </p:blipFill>
        <p:spPr>
          <a:xfrm>
            <a:off x="2612098" y="2158561"/>
            <a:ext cx="4265387" cy="228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62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 2.9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12234-D147-45B2-B00E-0BEEB08A8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35" y="2571750"/>
            <a:ext cx="7495045" cy="140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5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F2A96E-D306-4D98-A37E-33CDA190E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4" y="2571750"/>
            <a:ext cx="6953207" cy="103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23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499496" y="1559445"/>
            <a:ext cx="4102439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Ilustrasi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CA8FDE-1C76-415A-AB2A-D08B52D4FCD9}"/>
              </a:ext>
            </a:extLst>
          </p:cNvPr>
          <p:cNvGrpSpPr/>
          <p:nvPr/>
        </p:nvGrpSpPr>
        <p:grpSpPr>
          <a:xfrm>
            <a:off x="1949549" y="2320699"/>
            <a:ext cx="5826772" cy="2233804"/>
            <a:chOff x="2703277" y="2436527"/>
            <a:chExt cx="3305176" cy="15963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29FA5E-B67F-4E54-98AE-1450E39B0D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9595" b="34300"/>
            <a:stretch/>
          </p:blipFill>
          <p:spPr>
            <a:xfrm>
              <a:off x="2703278" y="2729955"/>
              <a:ext cx="3305175" cy="5694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FACE0E-3D7D-417B-9566-2851F3972B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78898"/>
            <a:stretch/>
          </p:blipFill>
          <p:spPr>
            <a:xfrm>
              <a:off x="2703278" y="2436527"/>
              <a:ext cx="3305175" cy="46028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320965C-F929-4241-802D-B24F8EAF99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9083" b="568"/>
            <a:stretch/>
          </p:blipFill>
          <p:spPr>
            <a:xfrm>
              <a:off x="2703277" y="3152729"/>
              <a:ext cx="3305175" cy="880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4489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843368" y="2152064"/>
            <a:ext cx="1443363" cy="14970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Ilustrasi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FB12C-E240-4A6E-BABC-F144DB200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473" y="1494690"/>
            <a:ext cx="5304572" cy="332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90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711256" y="1844145"/>
            <a:ext cx="1238293" cy="17813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89C7A-6BD5-4FC4-9930-E8B9A6DFF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143" y="2373091"/>
            <a:ext cx="3431858" cy="25034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B6EF4E-DD50-4025-83D1-4EFB64AC5C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14" b="75733"/>
          <a:stretch/>
        </p:blipFill>
        <p:spPr>
          <a:xfrm>
            <a:off x="2482995" y="1476031"/>
            <a:ext cx="5155274" cy="806679"/>
          </a:xfrm>
          <a:prstGeom prst="rect">
            <a:avLst/>
          </a:prstGeom>
        </p:spPr>
      </p:pic>
      <p:sp>
        <p:nvSpPr>
          <p:cNvPr id="6" name="Arrow: Curved Left 5">
            <a:extLst>
              <a:ext uri="{FF2B5EF4-FFF2-40B4-BE49-F238E27FC236}">
                <a16:creationId xmlns:a16="http://schemas.microsoft.com/office/drawing/2014/main" id="{E13836F6-3579-4F5F-BCC3-32DC0020B5EC}"/>
              </a:ext>
            </a:extLst>
          </p:cNvPr>
          <p:cNvSpPr/>
          <p:nvPr/>
        </p:nvSpPr>
        <p:spPr>
          <a:xfrm>
            <a:off x="7701224" y="1963674"/>
            <a:ext cx="731520" cy="1216152"/>
          </a:xfrm>
          <a:prstGeom prst="curvedLeftArrow">
            <a:avLst/>
          </a:prstGeom>
          <a:solidFill>
            <a:srgbClr val="FF0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0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716666" y="1594671"/>
            <a:ext cx="3668099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bersyarat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65F8B-0DED-41F7-9D88-1FDBBCE53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29" y="2483430"/>
            <a:ext cx="7445837" cy="191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08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Akibat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2.5.1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BD86A-EE63-4B18-9D83-E8B3410D5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42" y="2327889"/>
            <a:ext cx="7318058" cy="220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15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636656" y="1708398"/>
            <a:ext cx="3668099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Peluang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bersyarat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D5B60-D5B7-4F56-973F-297A2D50D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05" y="2487679"/>
            <a:ext cx="7404382" cy="155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894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2.10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18A48-6A38-412E-9B3E-47E65D8A8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51" y="2571750"/>
            <a:ext cx="7569794" cy="15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02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Akibat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2.10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237F8-E76E-4655-8D68-B9F58CBA3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98" y="2571750"/>
            <a:ext cx="75819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91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A1A47-8B3B-4338-88A8-950C5619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48" y="2764155"/>
            <a:ext cx="75438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12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9ABDC-85A2-4E01-9AB5-BC1CB1CDB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35" y="473169"/>
            <a:ext cx="7667625" cy="4333875"/>
          </a:xfrm>
          <a:prstGeom prst="rect">
            <a:avLst/>
          </a:prstGeom>
        </p:spPr>
      </p:pic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51453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1955522" y="355910"/>
            <a:ext cx="5298221" cy="1111385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Bersyarat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Peristiwa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Saling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Bebas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69911" y="1606352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A1A47-8B3B-4338-88A8-950C56199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58" y="2615565"/>
            <a:ext cx="754380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8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3151142" y="566687"/>
            <a:ext cx="2905718" cy="582728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07163" y="124594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Definisi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2.12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E01B2-78D4-4851-83B1-7F42C57EF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12" y="2070982"/>
            <a:ext cx="6514148" cy="24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92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3151142" y="566687"/>
            <a:ext cx="2905718" cy="582728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3207163" y="1245948"/>
            <a:ext cx="2594610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2.7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6152F9C-7EB8-4AAB-9854-8818540067E4}"/>
              </a:ext>
            </a:extLst>
          </p:cNvPr>
          <p:cNvGrpSpPr/>
          <p:nvPr/>
        </p:nvGrpSpPr>
        <p:grpSpPr>
          <a:xfrm>
            <a:off x="931715" y="2210316"/>
            <a:ext cx="7403720" cy="1687236"/>
            <a:chOff x="829627" y="1894757"/>
            <a:chExt cx="7403720" cy="16872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58A6E58-D454-476A-97FC-D61E8D0BE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9627" y="1894757"/>
              <a:ext cx="7383947" cy="67699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AADFB46-89C2-4E5C-A579-9A7A00CE81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9718"/>
            <a:stretch/>
          </p:blipFill>
          <p:spPr>
            <a:xfrm>
              <a:off x="832712" y="2343150"/>
              <a:ext cx="7400635" cy="1238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2925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3151142" y="566687"/>
            <a:ext cx="2905718" cy="582728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1955544" y="705541"/>
            <a:ext cx="5304572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</a:t>
            </a:r>
            <a:b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  <a:b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13247" y="1220420"/>
            <a:ext cx="3307937" cy="56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Bantuan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2.7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64608-E348-4E60-A12F-2B365AE73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297" y="1862202"/>
            <a:ext cx="4726555" cy="292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4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999616" y="1102186"/>
            <a:ext cx="3307937" cy="49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Bayes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721941-B144-432E-B732-5EA54BE7F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84" y="2085545"/>
            <a:ext cx="7814031" cy="17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65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755698" y="1818019"/>
            <a:ext cx="1188212" cy="1873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Bukti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Bayes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287C7-5843-4D6D-9C10-C71234925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016" y="1195893"/>
            <a:ext cx="6180606" cy="36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52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Pengantar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Teori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Peluang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</a:t>
            </a:r>
            <a:r>
              <a:rPr lang="en-ID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Aturan</a:t>
            </a:r>
            <a:r>
              <a:rPr lang="en-ID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Bayes</a:t>
            </a: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2290956" y="1195893"/>
            <a:ext cx="4349874" cy="4959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Contoh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Peggunaan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Teorema</a:t>
            </a:r>
            <a:r>
              <a:rPr lang="en-US" sz="20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Bayes</a:t>
            </a:r>
            <a:endParaRPr lang="en-ID" sz="2000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61488D-84E3-437F-855C-256E8E8684BD}"/>
              </a:ext>
            </a:extLst>
          </p:cNvPr>
          <p:cNvGrpSpPr/>
          <p:nvPr/>
        </p:nvGrpSpPr>
        <p:grpSpPr>
          <a:xfrm>
            <a:off x="1595976" y="2013567"/>
            <a:ext cx="6226366" cy="2536019"/>
            <a:chOff x="1458816" y="1933557"/>
            <a:chExt cx="6226366" cy="25360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186B72-1D82-49A9-AF0F-72522ABDC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8817" y="1933557"/>
              <a:ext cx="6226365" cy="75032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6C4216E-7462-411A-B640-6BB45297CE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7500"/>
            <a:stretch/>
          </p:blipFill>
          <p:spPr>
            <a:xfrm>
              <a:off x="1458817" y="2641139"/>
              <a:ext cx="6226365" cy="9732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0DBB83-1D65-4CD9-933E-B296D470E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8817" y="3614430"/>
              <a:ext cx="6226364" cy="29095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B845CB1-328A-4440-AEAE-E514A0E1B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8816" y="3897197"/>
              <a:ext cx="6226363" cy="5723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824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6" name="Google Shape;996;p44"/>
          <p:cNvGrpSpPr/>
          <p:nvPr/>
        </p:nvGrpSpPr>
        <p:grpSpPr>
          <a:xfrm rot="-40568">
            <a:off x="2109005" y="466235"/>
            <a:ext cx="4987480" cy="570680"/>
            <a:chOff x="2975475" y="303600"/>
            <a:chExt cx="3129040" cy="1214517"/>
          </a:xfrm>
        </p:grpSpPr>
        <p:sp>
          <p:nvSpPr>
            <p:cNvPr id="997" name="Google Shape;997;p44"/>
            <p:cNvSpPr/>
            <p:nvPr/>
          </p:nvSpPr>
          <p:spPr>
            <a:xfrm>
              <a:off x="2975475" y="340702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>
              <a:off x="3039400" y="303600"/>
              <a:ext cx="3065115" cy="1177415"/>
            </a:xfrm>
            <a:custGeom>
              <a:avLst/>
              <a:gdLst/>
              <a:ahLst/>
              <a:cxnLst/>
              <a:rect l="l" t="t" r="r" b="b"/>
              <a:pathLst>
                <a:path w="13697" h="8908" extrusionOk="0">
                  <a:moveTo>
                    <a:pt x="0" y="0"/>
                  </a:moveTo>
                  <a:lnTo>
                    <a:pt x="0" y="8708"/>
                  </a:lnTo>
                  <a:cubicBezTo>
                    <a:pt x="11" y="8702"/>
                    <a:pt x="28" y="8697"/>
                    <a:pt x="40" y="8697"/>
                  </a:cubicBezTo>
                  <a:cubicBezTo>
                    <a:pt x="43" y="8697"/>
                    <a:pt x="46" y="8696"/>
                    <a:pt x="48" y="8696"/>
                  </a:cubicBezTo>
                  <a:cubicBezTo>
                    <a:pt x="159" y="8696"/>
                    <a:pt x="179" y="8908"/>
                    <a:pt x="292" y="8908"/>
                  </a:cubicBezTo>
                  <a:cubicBezTo>
                    <a:pt x="293" y="8908"/>
                    <a:pt x="295" y="8908"/>
                    <a:pt x="296" y="8908"/>
                  </a:cubicBezTo>
                  <a:cubicBezTo>
                    <a:pt x="410" y="8896"/>
                    <a:pt x="404" y="8845"/>
                    <a:pt x="524" y="8833"/>
                  </a:cubicBezTo>
                  <a:cubicBezTo>
                    <a:pt x="644" y="8828"/>
                    <a:pt x="632" y="8720"/>
                    <a:pt x="752" y="8708"/>
                  </a:cubicBezTo>
                  <a:cubicBezTo>
                    <a:pt x="866" y="8697"/>
                    <a:pt x="866" y="8663"/>
                    <a:pt x="980" y="8651"/>
                  </a:cubicBezTo>
                  <a:cubicBezTo>
                    <a:pt x="984" y="8651"/>
                    <a:pt x="989" y="8651"/>
                    <a:pt x="993" y="8651"/>
                  </a:cubicBezTo>
                  <a:cubicBezTo>
                    <a:pt x="1098" y="8651"/>
                    <a:pt x="1114" y="8771"/>
                    <a:pt x="1218" y="8771"/>
                  </a:cubicBezTo>
                  <a:cubicBezTo>
                    <a:pt x="1220" y="8771"/>
                    <a:pt x="1222" y="8771"/>
                    <a:pt x="1224" y="8771"/>
                  </a:cubicBezTo>
                  <a:cubicBezTo>
                    <a:pt x="1344" y="8759"/>
                    <a:pt x="1338" y="8697"/>
                    <a:pt x="1458" y="8691"/>
                  </a:cubicBezTo>
                  <a:cubicBezTo>
                    <a:pt x="1572" y="8685"/>
                    <a:pt x="1572" y="8651"/>
                    <a:pt x="1691" y="8646"/>
                  </a:cubicBezTo>
                  <a:cubicBezTo>
                    <a:pt x="1805" y="8634"/>
                    <a:pt x="1805" y="8617"/>
                    <a:pt x="1925" y="8606"/>
                  </a:cubicBezTo>
                  <a:cubicBezTo>
                    <a:pt x="1927" y="8606"/>
                    <a:pt x="1929" y="8606"/>
                    <a:pt x="1931" y="8606"/>
                  </a:cubicBezTo>
                  <a:cubicBezTo>
                    <a:pt x="2037" y="8606"/>
                    <a:pt x="2052" y="8760"/>
                    <a:pt x="2164" y="8760"/>
                  </a:cubicBezTo>
                  <a:cubicBezTo>
                    <a:pt x="2166" y="8760"/>
                    <a:pt x="2168" y="8760"/>
                    <a:pt x="2170" y="8759"/>
                  </a:cubicBezTo>
                  <a:cubicBezTo>
                    <a:pt x="2289" y="8748"/>
                    <a:pt x="2267" y="8497"/>
                    <a:pt x="2386" y="8486"/>
                  </a:cubicBezTo>
                  <a:cubicBezTo>
                    <a:pt x="2389" y="8486"/>
                    <a:pt x="2391" y="8486"/>
                    <a:pt x="2394" y="8486"/>
                  </a:cubicBezTo>
                  <a:cubicBezTo>
                    <a:pt x="2499" y="8486"/>
                    <a:pt x="2524" y="8714"/>
                    <a:pt x="2629" y="8714"/>
                  </a:cubicBezTo>
                  <a:cubicBezTo>
                    <a:pt x="2632" y="8714"/>
                    <a:pt x="2634" y="8714"/>
                    <a:pt x="2637" y="8714"/>
                  </a:cubicBezTo>
                  <a:cubicBezTo>
                    <a:pt x="2751" y="8708"/>
                    <a:pt x="2734" y="8463"/>
                    <a:pt x="2853" y="8452"/>
                  </a:cubicBezTo>
                  <a:cubicBezTo>
                    <a:pt x="2855" y="8452"/>
                    <a:pt x="2857" y="8452"/>
                    <a:pt x="2859" y="8452"/>
                  </a:cubicBezTo>
                  <a:cubicBezTo>
                    <a:pt x="2964" y="8452"/>
                    <a:pt x="2985" y="8612"/>
                    <a:pt x="3088" y="8612"/>
                  </a:cubicBezTo>
                  <a:cubicBezTo>
                    <a:pt x="3091" y="8612"/>
                    <a:pt x="3095" y="8612"/>
                    <a:pt x="3098" y="8611"/>
                  </a:cubicBezTo>
                  <a:cubicBezTo>
                    <a:pt x="3218" y="8606"/>
                    <a:pt x="3206" y="8469"/>
                    <a:pt x="3320" y="8463"/>
                  </a:cubicBezTo>
                  <a:cubicBezTo>
                    <a:pt x="3364" y="8459"/>
                    <a:pt x="3392" y="8458"/>
                    <a:pt x="3416" y="8458"/>
                  </a:cubicBezTo>
                  <a:cubicBezTo>
                    <a:pt x="3442" y="8458"/>
                    <a:pt x="3462" y="8459"/>
                    <a:pt x="3494" y="8459"/>
                  </a:cubicBezTo>
                  <a:cubicBezTo>
                    <a:pt x="3511" y="8459"/>
                    <a:pt x="3532" y="8459"/>
                    <a:pt x="3559" y="8458"/>
                  </a:cubicBezTo>
                  <a:cubicBezTo>
                    <a:pt x="3673" y="8446"/>
                    <a:pt x="3668" y="8384"/>
                    <a:pt x="3787" y="8378"/>
                  </a:cubicBezTo>
                  <a:cubicBezTo>
                    <a:pt x="3907" y="8366"/>
                    <a:pt x="3901" y="8355"/>
                    <a:pt x="4021" y="8349"/>
                  </a:cubicBezTo>
                  <a:cubicBezTo>
                    <a:pt x="4024" y="8349"/>
                    <a:pt x="4027" y="8349"/>
                    <a:pt x="4031" y="8349"/>
                  </a:cubicBezTo>
                  <a:cubicBezTo>
                    <a:pt x="4140" y="8349"/>
                    <a:pt x="4155" y="8532"/>
                    <a:pt x="4266" y="8532"/>
                  </a:cubicBezTo>
                  <a:cubicBezTo>
                    <a:pt x="4268" y="8532"/>
                    <a:pt x="4270" y="8532"/>
                    <a:pt x="4271" y="8532"/>
                  </a:cubicBezTo>
                  <a:cubicBezTo>
                    <a:pt x="4385" y="8520"/>
                    <a:pt x="4380" y="8452"/>
                    <a:pt x="4499" y="8446"/>
                  </a:cubicBezTo>
                  <a:cubicBezTo>
                    <a:pt x="4619" y="8435"/>
                    <a:pt x="4607" y="8338"/>
                    <a:pt x="4727" y="8332"/>
                  </a:cubicBezTo>
                  <a:cubicBezTo>
                    <a:pt x="4732" y="8332"/>
                    <a:pt x="4737" y="8332"/>
                    <a:pt x="4742" y="8332"/>
                  </a:cubicBezTo>
                  <a:cubicBezTo>
                    <a:pt x="4837" y="8332"/>
                    <a:pt x="4856" y="8430"/>
                    <a:pt x="4956" y="8430"/>
                  </a:cubicBezTo>
                  <a:cubicBezTo>
                    <a:pt x="4961" y="8430"/>
                    <a:pt x="4966" y="8430"/>
                    <a:pt x="4972" y="8429"/>
                  </a:cubicBezTo>
                  <a:cubicBezTo>
                    <a:pt x="5086" y="8423"/>
                    <a:pt x="5080" y="8344"/>
                    <a:pt x="5200" y="8332"/>
                  </a:cubicBezTo>
                  <a:cubicBezTo>
                    <a:pt x="5314" y="8321"/>
                    <a:pt x="5314" y="8292"/>
                    <a:pt x="5428" y="8281"/>
                  </a:cubicBezTo>
                  <a:cubicBezTo>
                    <a:pt x="5431" y="8281"/>
                    <a:pt x="5434" y="8281"/>
                    <a:pt x="5437" y="8281"/>
                  </a:cubicBezTo>
                  <a:cubicBezTo>
                    <a:pt x="5545" y="8281"/>
                    <a:pt x="5566" y="8475"/>
                    <a:pt x="5670" y="8475"/>
                  </a:cubicBezTo>
                  <a:cubicBezTo>
                    <a:pt x="5672" y="8475"/>
                    <a:pt x="5675" y="8475"/>
                    <a:pt x="5678" y="8475"/>
                  </a:cubicBezTo>
                  <a:cubicBezTo>
                    <a:pt x="5798" y="8463"/>
                    <a:pt x="5798" y="8463"/>
                    <a:pt x="5917" y="8452"/>
                  </a:cubicBezTo>
                  <a:cubicBezTo>
                    <a:pt x="6031" y="8446"/>
                    <a:pt x="6020" y="8270"/>
                    <a:pt x="6134" y="8258"/>
                  </a:cubicBezTo>
                  <a:cubicBezTo>
                    <a:pt x="6139" y="8258"/>
                    <a:pt x="6144" y="8257"/>
                    <a:pt x="6149" y="8257"/>
                  </a:cubicBezTo>
                  <a:cubicBezTo>
                    <a:pt x="6249" y="8257"/>
                    <a:pt x="6263" y="8356"/>
                    <a:pt x="6363" y="8356"/>
                  </a:cubicBezTo>
                  <a:cubicBezTo>
                    <a:pt x="6368" y="8356"/>
                    <a:pt x="6373" y="8356"/>
                    <a:pt x="6379" y="8355"/>
                  </a:cubicBezTo>
                  <a:cubicBezTo>
                    <a:pt x="6493" y="8344"/>
                    <a:pt x="6493" y="8281"/>
                    <a:pt x="6606" y="8275"/>
                  </a:cubicBezTo>
                  <a:cubicBezTo>
                    <a:pt x="6726" y="8270"/>
                    <a:pt x="6715" y="8161"/>
                    <a:pt x="6834" y="8156"/>
                  </a:cubicBezTo>
                  <a:cubicBezTo>
                    <a:pt x="6837" y="8155"/>
                    <a:pt x="6840" y="8155"/>
                    <a:pt x="6843" y="8155"/>
                  </a:cubicBezTo>
                  <a:cubicBezTo>
                    <a:pt x="6953" y="8155"/>
                    <a:pt x="6973" y="8355"/>
                    <a:pt x="7080" y="8355"/>
                  </a:cubicBezTo>
                  <a:cubicBezTo>
                    <a:pt x="7082" y="8355"/>
                    <a:pt x="7083" y="8355"/>
                    <a:pt x="7085" y="8355"/>
                  </a:cubicBezTo>
                  <a:cubicBezTo>
                    <a:pt x="7204" y="8344"/>
                    <a:pt x="7193" y="8218"/>
                    <a:pt x="7307" y="8213"/>
                  </a:cubicBezTo>
                  <a:cubicBezTo>
                    <a:pt x="7427" y="8201"/>
                    <a:pt x="7421" y="8116"/>
                    <a:pt x="7535" y="8104"/>
                  </a:cubicBezTo>
                  <a:cubicBezTo>
                    <a:pt x="7654" y="8099"/>
                    <a:pt x="7654" y="8104"/>
                    <a:pt x="7774" y="8093"/>
                  </a:cubicBezTo>
                  <a:cubicBezTo>
                    <a:pt x="7784" y="8092"/>
                    <a:pt x="7794" y="8092"/>
                    <a:pt x="7803" y="8092"/>
                  </a:cubicBezTo>
                  <a:cubicBezTo>
                    <a:pt x="7881" y="8092"/>
                    <a:pt x="7900" y="8129"/>
                    <a:pt x="7979" y="8129"/>
                  </a:cubicBezTo>
                  <a:cubicBezTo>
                    <a:pt x="7987" y="8129"/>
                    <a:pt x="7997" y="8128"/>
                    <a:pt x="8007" y="8127"/>
                  </a:cubicBezTo>
                  <a:cubicBezTo>
                    <a:pt x="8127" y="8122"/>
                    <a:pt x="8127" y="8099"/>
                    <a:pt x="8241" y="8087"/>
                  </a:cubicBezTo>
                  <a:cubicBezTo>
                    <a:pt x="8243" y="8087"/>
                    <a:pt x="8245" y="8087"/>
                    <a:pt x="8247" y="8087"/>
                  </a:cubicBezTo>
                  <a:cubicBezTo>
                    <a:pt x="8359" y="8087"/>
                    <a:pt x="8373" y="8241"/>
                    <a:pt x="8486" y="8241"/>
                  </a:cubicBezTo>
                  <a:cubicBezTo>
                    <a:pt x="8487" y="8241"/>
                    <a:pt x="8489" y="8241"/>
                    <a:pt x="8492" y="8241"/>
                  </a:cubicBezTo>
                  <a:cubicBezTo>
                    <a:pt x="8508" y="8240"/>
                    <a:pt x="8523" y="8239"/>
                    <a:pt x="8535" y="8239"/>
                  </a:cubicBezTo>
                  <a:cubicBezTo>
                    <a:pt x="8597" y="8239"/>
                    <a:pt x="8620" y="8255"/>
                    <a:pt x="8681" y="8255"/>
                  </a:cubicBezTo>
                  <a:cubicBezTo>
                    <a:pt x="8694" y="8255"/>
                    <a:pt x="8708" y="8254"/>
                    <a:pt x="8725" y="8253"/>
                  </a:cubicBezTo>
                  <a:cubicBezTo>
                    <a:pt x="8845" y="8247"/>
                    <a:pt x="8839" y="8201"/>
                    <a:pt x="8959" y="8190"/>
                  </a:cubicBezTo>
                  <a:cubicBezTo>
                    <a:pt x="9072" y="8184"/>
                    <a:pt x="9067" y="8099"/>
                    <a:pt x="9186" y="8087"/>
                  </a:cubicBezTo>
                  <a:cubicBezTo>
                    <a:pt x="9300" y="8076"/>
                    <a:pt x="9289" y="7939"/>
                    <a:pt x="9408" y="7934"/>
                  </a:cubicBezTo>
                  <a:cubicBezTo>
                    <a:pt x="9414" y="7933"/>
                    <a:pt x="9419" y="7933"/>
                    <a:pt x="9424" y="7933"/>
                  </a:cubicBezTo>
                  <a:cubicBezTo>
                    <a:pt x="9526" y="7933"/>
                    <a:pt x="9539" y="8036"/>
                    <a:pt x="9645" y="8036"/>
                  </a:cubicBezTo>
                  <a:cubicBezTo>
                    <a:pt x="9648" y="8036"/>
                    <a:pt x="9651" y="8036"/>
                    <a:pt x="9653" y="8036"/>
                  </a:cubicBezTo>
                  <a:cubicBezTo>
                    <a:pt x="9767" y="8025"/>
                    <a:pt x="9767" y="8002"/>
                    <a:pt x="9881" y="7996"/>
                  </a:cubicBezTo>
                  <a:cubicBezTo>
                    <a:pt x="10001" y="7985"/>
                    <a:pt x="9995" y="7894"/>
                    <a:pt x="10109" y="7882"/>
                  </a:cubicBezTo>
                  <a:cubicBezTo>
                    <a:pt x="10119" y="7881"/>
                    <a:pt x="10128" y="7881"/>
                    <a:pt x="10137" y="7881"/>
                  </a:cubicBezTo>
                  <a:cubicBezTo>
                    <a:pt x="10226" y="7881"/>
                    <a:pt x="10242" y="7928"/>
                    <a:pt x="10334" y="7928"/>
                  </a:cubicBezTo>
                  <a:cubicBezTo>
                    <a:pt x="10338" y="7928"/>
                    <a:pt x="10343" y="7928"/>
                    <a:pt x="10348" y="7928"/>
                  </a:cubicBezTo>
                  <a:cubicBezTo>
                    <a:pt x="10468" y="7917"/>
                    <a:pt x="10462" y="7871"/>
                    <a:pt x="10582" y="7854"/>
                  </a:cubicBezTo>
                  <a:cubicBezTo>
                    <a:pt x="10592" y="7853"/>
                    <a:pt x="10602" y="7852"/>
                    <a:pt x="10610" y="7852"/>
                  </a:cubicBezTo>
                  <a:cubicBezTo>
                    <a:pt x="10689" y="7852"/>
                    <a:pt x="10708" y="7890"/>
                    <a:pt x="10786" y="7890"/>
                  </a:cubicBezTo>
                  <a:cubicBezTo>
                    <a:pt x="10795" y="7890"/>
                    <a:pt x="10805" y="7889"/>
                    <a:pt x="10815" y="7888"/>
                  </a:cubicBezTo>
                  <a:cubicBezTo>
                    <a:pt x="10829" y="7887"/>
                    <a:pt x="10841" y="7887"/>
                    <a:pt x="10851" y="7887"/>
                  </a:cubicBezTo>
                  <a:cubicBezTo>
                    <a:pt x="10925" y="7887"/>
                    <a:pt x="10944" y="7900"/>
                    <a:pt x="11018" y="7900"/>
                  </a:cubicBezTo>
                  <a:cubicBezTo>
                    <a:pt x="11029" y="7900"/>
                    <a:pt x="11041" y="7900"/>
                    <a:pt x="11054" y="7899"/>
                  </a:cubicBezTo>
                  <a:cubicBezTo>
                    <a:pt x="11174" y="7888"/>
                    <a:pt x="11163" y="7820"/>
                    <a:pt x="11282" y="7808"/>
                  </a:cubicBezTo>
                  <a:cubicBezTo>
                    <a:pt x="11284" y="7808"/>
                    <a:pt x="11285" y="7808"/>
                    <a:pt x="11286" y="7808"/>
                  </a:cubicBezTo>
                  <a:cubicBezTo>
                    <a:pt x="11399" y="7808"/>
                    <a:pt x="11419" y="8025"/>
                    <a:pt x="11525" y="8025"/>
                  </a:cubicBezTo>
                  <a:cubicBezTo>
                    <a:pt x="11527" y="8025"/>
                    <a:pt x="11530" y="8025"/>
                    <a:pt x="11533" y="8025"/>
                  </a:cubicBezTo>
                  <a:cubicBezTo>
                    <a:pt x="11652" y="8013"/>
                    <a:pt x="11641" y="7899"/>
                    <a:pt x="11761" y="7888"/>
                  </a:cubicBezTo>
                  <a:cubicBezTo>
                    <a:pt x="11775" y="7887"/>
                    <a:pt x="11788" y="7886"/>
                    <a:pt x="11799" y="7886"/>
                  </a:cubicBezTo>
                  <a:cubicBezTo>
                    <a:pt x="11866" y="7886"/>
                    <a:pt x="11888" y="7907"/>
                    <a:pt x="11955" y="7907"/>
                  </a:cubicBezTo>
                  <a:cubicBezTo>
                    <a:pt x="11967" y="7907"/>
                    <a:pt x="11980" y="7907"/>
                    <a:pt x="11994" y="7905"/>
                  </a:cubicBezTo>
                  <a:cubicBezTo>
                    <a:pt x="12114" y="7899"/>
                    <a:pt x="12102" y="7797"/>
                    <a:pt x="12222" y="7786"/>
                  </a:cubicBezTo>
                  <a:cubicBezTo>
                    <a:pt x="12231" y="7785"/>
                    <a:pt x="12240" y="7784"/>
                    <a:pt x="12248" y="7784"/>
                  </a:cubicBezTo>
                  <a:cubicBezTo>
                    <a:pt x="12333" y="7784"/>
                    <a:pt x="12350" y="7831"/>
                    <a:pt x="12446" y="7831"/>
                  </a:cubicBezTo>
                  <a:cubicBezTo>
                    <a:pt x="12451" y="7831"/>
                    <a:pt x="12456" y="7831"/>
                    <a:pt x="12461" y="7831"/>
                  </a:cubicBezTo>
                  <a:cubicBezTo>
                    <a:pt x="12476" y="7830"/>
                    <a:pt x="12490" y="7829"/>
                    <a:pt x="12501" y="7829"/>
                  </a:cubicBezTo>
                  <a:cubicBezTo>
                    <a:pt x="12571" y="7829"/>
                    <a:pt x="12590" y="7850"/>
                    <a:pt x="12656" y="7850"/>
                  </a:cubicBezTo>
                  <a:cubicBezTo>
                    <a:pt x="12667" y="7850"/>
                    <a:pt x="12680" y="7850"/>
                    <a:pt x="12695" y="7848"/>
                  </a:cubicBezTo>
                  <a:cubicBezTo>
                    <a:pt x="12814" y="7837"/>
                    <a:pt x="12808" y="7786"/>
                    <a:pt x="12928" y="7774"/>
                  </a:cubicBezTo>
                  <a:cubicBezTo>
                    <a:pt x="13042" y="7768"/>
                    <a:pt x="13036" y="7660"/>
                    <a:pt x="13150" y="7655"/>
                  </a:cubicBezTo>
                  <a:cubicBezTo>
                    <a:pt x="13153" y="7654"/>
                    <a:pt x="13156" y="7654"/>
                    <a:pt x="13159" y="7654"/>
                  </a:cubicBezTo>
                  <a:cubicBezTo>
                    <a:pt x="13268" y="7654"/>
                    <a:pt x="13289" y="7860"/>
                    <a:pt x="13398" y="7860"/>
                  </a:cubicBezTo>
                  <a:cubicBezTo>
                    <a:pt x="13401" y="7860"/>
                    <a:pt x="13404" y="7860"/>
                    <a:pt x="13406" y="7860"/>
                  </a:cubicBezTo>
                  <a:cubicBezTo>
                    <a:pt x="13520" y="7854"/>
                    <a:pt x="13515" y="7751"/>
                    <a:pt x="13629" y="7746"/>
                  </a:cubicBezTo>
                  <a:cubicBezTo>
                    <a:pt x="13635" y="7744"/>
                    <a:pt x="13642" y="7743"/>
                    <a:pt x="13649" y="7743"/>
                  </a:cubicBezTo>
                  <a:cubicBezTo>
                    <a:pt x="13665" y="7743"/>
                    <a:pt x="13681" y="7747"/>
                    <a:pt x="13697" y="7751"/>
                  </a:cubicBezTo>
                  <a:lnTo>
                    <a:pt x="13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00" name="Google Shape;1000;p44"/>
          <p:cNvSpPr txBox="1">
            <a:spLocks noGrp="1"/>
          </p:cNvSpPr>
          <p:nvPr>
            <p:ph type="title"/>
          </p:nvPr>
        </p:nvSpPr>
        <p:spPr>
          <a:xfrm>
            <a:off x="2186185" y="444815"/>
            <a:ext cx="4937233" cy="5924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Quotes of the day</a:t>
            </a:r>
            <a:endParaRPr lang="en-ID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01" name="Google Shape;1001;p44"/>
          <p:cNvGrpSpPr/>
          <p:nvPr/>
        </p:nvGrpSpPr>
        <p:grpSpPr>
          <a:xfrm>
            <a:off x="4194830" y="224917"/>
            <a:ext cx="754247" cy="310725"/>
            <a:chOff x="-2417150" y="1571850"/>
            <a:chExt cx="1347351" cy="310725"/>
          </a:xfrm>
        </p:grpSpPr>
        <p:sp>
          <p:nvSpPr>
            <p:cNvPr id="1002" name="Google Shape;1002;p44"/>
            <p:cNvSpPr/>
            <p:nvPr/>
          </p:nvSpPr>
          <p:spPr>
            <a:xfrm>
              <a:off x="-2382169" y="1613909"/>
              <a:ext cx="1262103" cy="218808"/>
            </a:xfrm>
            <a:custGeom>
              <a:avLst/>
              <a:gdLst/>
              <a:ahLst/>
              <a:cxnLst/>
              <a:rect l="l" t="t" r="r" b="b"/>
              <a:pathLst>
                <a:path w="12303" h="2133" extrusionOk="0">
                  <a:moveTo>
                    <a:pt x="81" y="0"/>
                  </a:moveTo>
                  <a:lnTo>
                    <a:pt x="81" y="0"/>
                  </a:lnTo>
                  <a:cubicBezTo>
                    <a:pt x="314" y="313"/>
                    <a:pt x="553" y="627"/>
                    <a:pt x="781" y="940"/>
                  </a:cubicBezTo>
                  <a:cubicBezTo>
                    <a:pt x="878" y="1071"/>
                    <a:pt x="872" y="1071"/>
                    <a:pt x="776" y="1190"/>
                  </a:cubicBezTo>
                  <a:cubicBezTo>
                    <a:pt x="519" y="1498"/>
                    <a:pt x="246" y="1783"/>
                    <a:pt x="1" y="2119"/>
                  </a:cubicBezTo>
                  <a:cubicBezTo>
                    <a:pt x="364" y="2122"/>
                    <a:pt x="726" y="2132"/>
                    <a:pt x="1088" y="2132"/>
                  </a:cubicBezTo>
                  <a:cubicBezTo>
                    <a:pt x="1424" y="2132"/>
                    <a:pt x="1760" y="2123"/>
                    <a:pt x="2097" y="2090"/>
                  </a:cubicBezTo>
                  <a:cubicBezTo>
                    <a:pt x="2165" y="2085"/>
                    <a:pt x="2245" y="2085"/>
                    <a:pt x="2319" y="2085"/>
                  </a:cubicBezTo>
                  <a:cubicBezTo>
                    <a:pt x="3179" y="2085"/>
                    <a:pt x="4038" y="2091"/>
                    <a:pt x="4899" y="2091"/>
                  </a:cubicBezTo>
                  <a:cubicBezTo>
                    <a:pt x="5651" y="2091"/>
                    <a:pt x="6405" y="2086"/>
                    <a:pt x="7160" y="2067"/>
                  </a:cubicBezTo>
                  <a:cubicBezTo>
                    <a:pt x="8817" y="2028"/>
                    <a:pt x="10480" y="2045"/>
                    <a:pt x="12137" y="2028"/>
                  </a:cubicBezTo>
                  <a:cubicBezTo>
                    <a:pt x="12183" y="2028"/>
                    <a:pt x="12234" y="2016"/>
                    <a:pt x="12280" y="2016"/>
                  </a:cubicBezTo>
                  <a:cubicBezTo>
                    <a:pt x="12092" y="1731"/>
                    <a:pt x="11864" y="1509"/>
                    <a:pt x="11659" y="1259"/>
                  </a:cubicBezTo>
                  <a:cubicBezTo>
                    <a:pt x="11545" y="1116"/>
                    <a:pt x="11539" y="1122"/>
                    <a:pt x="11659" y="974"/>
                  </a:cubicBezTo>
                  <a:cubicBezTo>
                    <a:pt x="11864" y="712"/>
                    <a:pt x="12109" y="496"/>
                    <a:pt x="12303" y="211"/>
                  </a:cubicBezTo>
                  <a:cubicBezTo>
                    <a:pt x="12115" y="205"/>
                    <a:pt x="11927" y="199"/>
                    <a:pt x="11733" y="199"/>
                  </a:cubicBezTo>
                  <a:cubicBezTo>
                    <a:pt x="10594" y="165"/>
                    <a:pt x="9455" y="177"/>
                    <a:pt x="8316" y="137"/>
                  </a:cubicBezTo>
                  <a:cubicBezTo>
                    <a:pt x="7800" y="119"/>
                    <a:pt x="7284" y="118"/>
                    <a:pt x="6769" y="118"/>
                  </a:cubicBezTo>
                  <a:cubicBezTo>
                    <a:pt x="6695" y="118"/>
                    <a:pt x="6621" y="118"/>
                    <a:pt x="6548" y="118"/>
                  </a:cubicBezTo>
                  <a:cubicBezTo>
                    <a:pt x="5958" y="118"/>
                    <a:pt x="5369" y="117"/>
                    <a:pt x="4779" y="91"/>
                  </a:cubicBezTo>
                  <a:cubicBezTo>
                    <a:pt x="3606" y="40"/>
                    <a:pt x="2410" y="74"/>
                    <a:pt x="1220" y="34"/>
                  </a:cubicBezTo>
                  <a:cubicBezTo>
                    <a:pt x="844" y="23"/>
                    <a:pt x="462" y="12"/>
                    <a:pt x="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44"/>
            <p:cNvSpPr/>
            <p:nvPr/>
          </p:nvSpPr>
          <p:spPr>
            <a:xfrm>
              <a:off x="-2417150" y="1838259"/>
              <a:ext cx="1343248" cy="44316"/>
            </a:xfrm>
            <a:custGeom>
              <a:avLst/>
              <a:gdLst/>
              <a:ahLst/>
              <a:cxnLst/>
              <a:rect l="l" t="t" r="r" b="b"/>
              <a:pathLst>
                <a:path w="13094" h="432" extrusionOk="0">
                  <a:moveTo>
                    <a:pt x="12763" y="0"/>
                  </a:moveTo>
                  <a:cubicBezTo>
                    <a:pt x="12697" y="24"/>
                    <a:pt x="12630" y="36"/>
                    <a:pt x="12564" y="36"/>
                  </a:cubicBezTo>
                  <a:cubicBezTo>
                    <a:pt x="12551" y="36"/>
                    <a:pt x="12537" y="35"/>
                    <a:pt x="12524" y="34"/>
                  </a:cubicBezTo>
                  <a:lnTo>
                    <a:pt x="11653" y="40"/>
                  </a:lnTo>
                  <a:cubicBezTo>
                    <a:pt x="8896" y="51"/>
                    <a:pt x="6134" y="91"/>
                    <a:pt x="3378" y="103"/>
                  </a:cubicBezTo>
                  <a:cubicBezTo>
                    <a:pt x="2415" y="108"/>
                    <a:pt x="1453" y="120"/>
                    <a:pt x="490" y="137"/>
                  </a:cubicBezTo>
                  <a:cubicBezTo>
                    <a:pt x="468" y="140"/>
                    <a:pt x="445" y="141"/>
                    <a:pt x="422" y="141"/>
                  </a:cubicBezTo>
                  <a:cubicBezTo>
                    <a:pt x="350" y="141"/>
                    <a:pt x="274" y="127"/>
                    <a:pt x="205" y="97"/>
                  </a:cubicBezTo>
                  <a:cubicBezTo>
                    <a:pt x="126" y="177"/>
                    <a:pt x="52" y="262"/>
                    <a:pt x="0" y="365"/>
                  </a:cubicBezTo>
                  <a:cubicBezTo>
                    <a:pt x="333" y="404"/>
                    <a:pt x="5300" y="432"/>
                    <a:pt x="9020" y="432"/>
                  </a:cubicBezTo>
                  <a:cubicBezTo>
                    <a:pt x="11228" y="432"/>
                    <a:pt x="12996" y="422"/>
                    <a:pt x="13094" y="399"/>
                  </a:cubicBezTo>
                  <a:cubicBezTo>
                    <a:pt x="13008" y="245"/>
                    <a:pt x="12894" y="108"/>
                    <a:pt x="127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44"/>
            <p:cNvSpPr/>
            <p:nvPr/>
          </p:nvSpPr>
          <p:spPr>
            <a:xfrm>
              <a:off x="-2398480" y="1571850"/>
              <a:ext cx="1328681" cy="41546"/>
            </a:xfrm>
            <a:custGeom>
              <a:avLst/>
              <a:gdLst/>
              <a:ahLst/>
              <a:cxnLst/>
              <a:rect l="l" t="t" r="r" b="b"/>
              <a:pathLst>
                <a:path w="12952" h="405" extrusionOk="0">
                  <a:moveTo>
                    <a:pt x="4710" y="0"/>
                  </a:moveTo>
                  <a:cubicBezTo>
                    <a:pt x="3213" y="0"/>
                    <a:pt x="1726" y="6"/>
                    <a:pt x="234" y="11"/>
                  </a:cubicBezTo>
                  <a:lnTo>
                    <a:pt x="132" y="11"/>
                  </a:lnTo>
                  <a:cubicBezTo>
                    <a:pt x="124" y="13"/>
                    <a:pt x="116" y="14"/>
                    <a:pt x="108" y="14"/>
                  </a:cubicBezTo>
                  <a:cubicBezTo>
                    <a:pt x="94" y="14"/>
                    <a:pt x="80" y="12"/>
                    <a:pt x="66" y="12"/>
                  </a:cubicBezTo>
                  <a:cubicBezTo>
                    <a:pt x="42" y="12"/>
                    <a:pt x="19" y="18"/>
                    <a:pt x="1" y="51"/>
                  </a:cubicBezTo>
                  <a:cubicBezTo>
                    <a:pt x="29" y="142"/>
                    <a:pt x="80" y="217"/>
                    <a:pt x="154" y="273"/>
                  </a:cubicBezTo>
                  <a:cubicBezTo>
                    <a:pt x="209" y="223"/>
                    <a:pt x="268" y="213"/>
                    <a:pt x="328" y="213"/>
                  </a:cubicBezTo>
                  <a:cubicBezTo>
                    <a:pt x="363" y="213"/>
                    <a:pt x="398" y="217"/>
                    <a:pt x="433" y="217"/>
                  </a:cubicBezTo>
                  <a:cubicBezTo>
                    <a:pt x="1415" y="217"/>
                    <a:pt x="2392" y="267"/>
                    <a:pt x="3372" y="267"/>
                  </a:cubicBezTo>
                  <a:cubicBezTo>
                    <a:pt x="3535" y="267"/>
                    <a:pt x="3698" y="265"/>
                    <a:pt x="3862" y="262"/>
                  </a:cubicBezTo>
                  <a:lnTo>
                    <a:pt x="3947" y="262"/>
                  </a:lnTo>
                  <a:cubicBezTo>
                    <a:pt x="5559" y="279"/>
                    <a:pt x="7171" y="296"/>
                    <a:pt x="8783" y="330"/>
                  </a:cubicBezTo>
                  <a:cubicBezTo>
                    <a:pt x="10001" y="353"/>
                    <a:pt x="11220" y="342"/>
                    <a:pt x="12439" y="359"/>
                  </a:cubicBezTo>
                  <a:cubicBezTo>
                    <a:pt x="12451" y="359"/>
                    <a:pt x="12464" y="359"/>
                    <a:pt x="12477" y="359"/>
                  </a:cubicBezTo>
                  <a:cubicBezTo>
                    <a:pt x="12536" y="359"/>
                    <a:pt x="12599" y="363"/>
                    <a:pt x="12655" y="404"/>
                  </a:cubicBezTo>
                  <a:cubicBezTo>
                    <a:pt x="12752" y="291"/>
                    <a:pt x="12872" y="194"/>
                    <a:pt x="12951" y="51"/>
                  </a:cubicBezTo>
                  <a:cubicBezTo>
                    <a:pt x="12920" y="20"/>
                    <a:pt x="12888" y="13"/>
                    <a:pt x="12857" y="13"/>
                  </a:cubicBezTo>
                  <a:cubicBezTo>
                    <a:pt x="12833" y="13"/>
                    <a:pt x="12809" y="17"/>
                    <a:pt x="12786" y="17"/>
                  </a:cubicBezTo>
                  <a:cubicBezTo>
                    <a:pt x="10092" y="6"/>
                    <a:pt x="7404" y="0"/>
                    <a:pt x="47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4"/>
            <p:cNvSpPr/>
            <p:nvPr/>
          </p:nvSpPr>
          <p:spPr>
            <a:xfrm>
              <a:off x="-2382681" y="1593700"/>
              <a:ext cx="1282518" cy="41854"/>
            </a:xfrm>
            <a:custGeom>
              <a:avLst/>
              <a:gdLst/>
              <a:ahLst/>
              <a:cxnLst/>
              <a:rect l="l" t="t" r="r" b="b"/>
              <a:pathLst>
                <a:path w="12502" h="408" extrusionOk="0">
                  <a:moveTo>
                    <a:pt x="174" y="0"/>
                  </a:moveTo>
                  <a:cubicBezTo>
                    <a:pt x="114" y="0"/>
                    <a:pt x="55" y="10"/>
                    <a:pt x="0" y="60"/>
                  </a:cubicBezTo>
                  <a:lnTo>
                    <a:pt x="97" y="197"/>
                  </a:lnTo>
                  <a:cubicBezTo>
                    <a:pt x="473" y="209"/>
                    <a:pt x="855" y="220"/>
                    <a:pt x="1236" y="237"/>
                  </a:cubicBezTo>
                  <a:cubicBezTo>
                    <a:pt x="2421" y="271"/>
                    <a:pt x="3605" y="237"/>
                    <a:pt x="4796" y="288"/>
                  </a:cubicBezTo>
                  <a:cubicBezTo>
                    <a:pt x="5388" y="314"/>
                    <a:pt x="5977" y="315"/>
                    <a:pt x="6566" y="315"/>
                  </a:cubicBezTo>
                  <a:cubicBezTo>
                    <a:pt x="6640" y="315"/>
                    <a:pt x="6713" y="315"/>
                    <a:pt x="6787" y="315"/>
                  </a:cubicBezTo>
                  <a:cubicBezTo>
                    <a:pt x="7302" y="315"/>
                    <a:pt x="7817" y="316"/>
                    <a:pt x="8332" y="334"/>
                  </a:cubicBezTo>
                  <a:cubicBezTo>
                    <a:pt x="9471" y="374"/>
                    <a:pt x="10610" y="362"/>
                    <a:pt x="11749" y="396"/>
                  </a:cubicBezTo>
                  <a:cubicBezTo>
                    <a:pt x="11937" y="402"/>
                    <a:pt x="12125" y="402"/>
                    <a:pt x="12319" y="408"/>
                  </a:cubicBezTo>
                  <a:cubicBezTo>
                    <a:pt x="12393" y="351"/>
                    <a:pt x="12456" y="277"/>
                    <a:pt x="12501" y="197"/>
                  </a:cubicBezTo>
                  <a:cubicBezTo>
                    <a:pt x="12433" y="140"/>
                    <a:pt x="12359" y="152"/>
                    <a:pt x="12279" y="146"/>
                  </a:cubicBezTo>
                  <a:cubicBezTo>
                    <a:pt x="11066" y="129"/>
                    <a:pt x="9847" y="140"/>
                    <a:pt x="8623" y="117"/>
                  </a:cubicBezTo>
                  <a:cubicBezTo>
                    <a:pt x="7017" y="83"/>
                    <a:pt x="5405" y="60"/>
                    <a:pt x="3793" y="49"/>
                  </a:cubicBezTo>
                  <a:lnTo>
                    <a:pt x="3708" y="49"/>
                  </a:lnTo>
                  <a:cubicBezTo>
                    <a:pt x="3533" y="53"/>
                    <a:pt x="3358" y="54"/>
                    <a:pt x="3184" y="54"/>
                  </a:cubicBezTo>
                  <a:cubicBezTo>
                    <a:pt x="2215" y="54"/>
                    <a:pt x="1249" y="8"/>
                    <a:pt x="279" y="4"/>
                  </a:cubicBezTo>
                  <a:cubicBezTo>
                    <a:pt x="244" y="4"/>
                    <a:pt x="209" y="0"/>
                    <a:pt x="174" y="0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4"/>
            <p:cNvSpPr/>
            <p:nvPr/>
          </p:nvSpPr>
          <p:spPr>
            <a:xfrm>
              <a:off x="-2396120" y="1820102"/>
              <a:ext cx="1288365" cy="32621"/>
            </a:xfrm>
            <a:custGeom>
              <a:avLst/>
              <a:gdLst/>
              <a:ahLst/>
              <a:cxnLst/>
              <a:rect l="l" t="t" r="r" b="b"/>
              <a:pathLst>
                <a:path w="12559" h="318" extrusionOk="0">
                  <a:moveTo>
                    <a:pt x="12416" y="1"/>
                  </a:moveTo>
                  <a:cubicBezTo>
                    <a:pt x="12370" y="6"/>
                    <a:pt x="12325" y="12"/>
                    <a:pt x="12273" y="12"/>
                  </a:cubicBezTo>
                  <a:cubicBezTo>
                    <a:pt x="10622" y="35"/>
                    <a:pt x="8959" y="12"/>
                    <a:pt x="7302" y="57"/>
                  </a:cubicBezTo>
                  <a:cubicBezTo>
                    <a:pt x="6607" y="75"/>
                    <a:pt x="5911" y="79"/>
                    <a:pt x="5215" y="79"/>
                  </a:cubicBezTo>
                  <a:cubicBezTo>
                    <a:pt x="4454" y="79"/>
                    <a:pt x="3693" y="74"/>
                    <a:pt x="2933" y="74"/>
                  </a:cubicBezTo>
                  <a:cubicBezTo>
                    <a:pt x="2775" y="74"/>
                    <a:pt x="2618" y="74"/>
                    <a:pt x="2461" y="75"/>
                  </a:cubicBezTo>
                  <a:cubicBezTo>
                    <a:pt x="2387" y="75"/>
                    <a:pt x="2313" y="75"/>
                    <a:pt x="2239" y="80"/>
                  </a:cubicBezTo>
                  <a:cubicBezTo>
                    <a:pt x="1912" y="112"/>
                    <a:pt x="1587" y="122"/>
                    <a:pt x="1262" y="122"/>
                  </a:cubicBezTo>
                  <a:cubicBezTo>
                    <a:pt x="889" y="122"/>
                    <a:pt x="517" y="109"/>
                    <a:pt x="143" y="103"/>
                  </a:cubicBezTo>
                  <a:cubicBezTo>
                    <a:pt x="86" y="149"/>
                    <a:pt x="34" y="206"/>
                    <a:pt x="0" y="274"/>
                  </a:cubicBezTo>
                  <a:cubicBezTo>
                    <a:pt x="69" y="304"/>
                    <a:pt x="142" y="318"/>
                    <a:pt x="215" y="318"/>
                  </a:cubicBezTo>
                  <a:cubicBezTo>
                    <a:pt x="238" y="318"/>
                    <a:pt x="262" y="317"/>
                    <a:pt x="285" y="314"/>
                  </a:cubicBezTo>
                  <a:cubicBezTo>
                    <a:pt x="1248" y="297"/>
                    <a:pt x="2210" y="285"/>
                    <a:pt x="3173" y="280"/>
                  </a:cubicBezTo>
                  <a:cubicBezTo>
                    <a:pt x="5929" y="268"/>
                    <a:pt x="8685" y="228"/>
                    <a:pt x="11448" y="217"/>
                  </a:cubicBezTo>
                  <a:lnTo>
                    <a:pt x="12319" y="211"/>
                  </a:lnTo>
                  <a:cubicBezTo>
                    <a:pt x="12332" y="212"/>
                    <a:pt x="12346" y="213"/>
                    <a:pt x="12359" y="213"/>
                  </a:cubicBezTo>
                  <a:cubicBezTo>
                    <a:pt x="12427" y="213"/>
                    <a:pt x="12496" y="201"/>
                    <a:pt x="12558" y="177"/>
                  </a:cubicBezTo>
                  <a:cubicBezTo>
                    <a:pt x="12530" y="109"/>
                    <a:pt x="12478" y="46"/>
                    <a:pt x="12416" y="1"/>
                  </a:cubicBezTo>
                  <a:close/>
                </a:path>
              </a:pathLst>
            </a:custGeom>
            <a:solidFill>
              <a:srgbClr val="F9E4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0B630B8-7ECB-44C0-806B-0F3963D8D250}"/>
              </a:ext>
            </a:extLst>
          </p:cNvPr>
          <p:cNvSpPr/>
          <p:nvPr/>
        </p:nvSpPr>
        <p:spPr>
          <a:xfrm>
            <a:off x="992748" y="1641663"/>
            <a:ext cx="7321674" cy="2690307"/>
          </a:xfrm>
          <a:prstGeom prst="rect">
            <a:avLst/>
          </a:prstGeom>
          <a:ln w="571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Matematika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tidak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akan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membawa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anda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kemana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-mana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karena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anda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yang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seharusnya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membawanya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 </a:t>
            </a:r>
            <a:r>
              <a:rPr lang="en-US" sz="2000" i="1" dirty="0" err="1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kemana</a:t>
            </a:r>
            <a:r>
              <a:rPr lang="en-US" sz="2000" i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rand Hotel"/>
              </a:rPr>
              <a:t>-mana</a:t>
            </a:r>
            <a:endParaRPr lang="en-ID" sz="2000" i="1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Grand Hotel"/>
            </a:endParaRPr>
          </a:p>
        </p:txBody>
      </p:sp>
    </p:spTree>
    <p:extLst>
      <p:ext uri="{BB962C8B-B14F-4D97-AF65-F5344CB8AC3E}">
        <p14:creationId xmlns:p14="http://schemas.microsoft.com/office/powerpoint/2010/main" val="1037086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" name="Google Shape;3089;p72"/>
          <p:cNvGrpSpPr/>
          <p:nvPr/>
        </p:nvGrpSpPr>
        <p:grpSpPr>
          <a:xfrm>
            <a:off x="2775053" y="353422"/>
            <a:ext cx="3091497" cy="1288169"/>
            <a:chOff x="2775053" y="353422"/>
            <a:chExt cx="3091497" cy="1288169"/>
          </a:xfrm>
        </p:grpSpPr>
        <p:grpSp>
          <p:nvGrpSpPr>
            <p:cNvPr id="3090" name="Google Shape;3090;p72"/>
            <p:cNvGrpSpPr/>
            <p:nvPr/>
          </p:nvGrpSpPr>
          <p:grpSpPr>
            <a:xfrm>
              <a:off x="2775053" y="367082"/>
              <a:ext cx="3064372" cy="1274509"/>
              <a:chOff x="-2675977" y="-818601"/>
              <a:chExt cx="3305331" cy="1629390"/>
            </a:xfrm>
          </p:grpSpPr>
          <p:sp>
            <p:nvSpPr>
              <p:cNvPr id="3091" name="Google Shape;3091;p72"/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72"/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72"/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72"/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72"/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72"/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72"/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72"/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72"/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72"/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72"/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72"/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72"/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72"/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72"/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72"/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72"/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72"/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72"/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72"/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72"/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72"/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72"/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72"/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72"/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72"/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72"/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72"/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72"/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72"/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72"/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72"/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23" name="Google Shape;3123;p72"/>
            <p:cNvGrpSpPr/>
            <p:nvPr/>
          </p:nvGrpSpPr>
          <p:grpSpPr>
            <a:xfrm>
              <a:off x="2802178" y="353422"/>
              <a:ext cx="3064372" cy="1274509"/>
              <a:chOff x="-2675977" y="-818601"/>
              <a:chExt cx="3305331" cy="1629390"/>
            </a:xfrm>
          </p:grpSpPr>
          <p:sp>
            <p:nvSpPr>
              <p:cNvPr id="3124" name="Google Shape;3124;p72"/>
              <p:cNvSpPr/>
              <p:nvPr/>
            </p:nvSpPr>
            <p:spPr>
              <a:xfrm rot="5400000">
                <a:off x="-1797437" y="-1627405"/>
                <a:ext cx="1570890" cy="3246997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19649" extrusionOk="0">
                    <a:moveTo>
                      <a:pt x="0" y="0"/>
                    </a:moveTo>
                    <a:lnTo>
                      <a:pt x="0" y="19649"/>
                    </a:lnTo>
                    <a:lnTo>
                      <a:pt x="9506" y="19649"/>
                    </a:lnTo>
                    <a:lnTo>
                      <a:pt x="950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72"/>
              <p:cNvSpPr/>
              <p:nvPr/>
            </p:nvSpPr>
            <p:spPr>
              <a:xfrm rot="5400000">
                <a:off x="-487902" y="66470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17" y="285"/>
                      <a:pt x="285" y="223"/>
                      <a:pt x="285" y="143"/>
                    </a:cubicBezTo>
                    <a:cubicBezTo>
                      <a:pt x="285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72"/>
              <p:cNvSpPr/>
              <p:nvPr/>
            </p:nvSpPr>
            <p:spPr>
              <a:xfrm rot="5400000">
                <a:off x="425516" y="-371013"/>
                <a:ext cx="241103" cy="13087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2" extrusionOk="0">
                    <a:moveTo>
                      <a:pt x="6" y="0"/>
                    </a:moveTo>
                    <a:cubicBezTo>
                      <a:pt x="6" y="17"/>
                      <a:pt x="1" y="40"/>
                      <a:pt x="1" y="63"/>
                    </a:cubicBezTo>
                    <a:cubicBezTo>
                      <a:pt x="1" y="467"/>
                      <a:pt x="325" y="792"/>
                      <a:pt x="730" y="792"/>
                    </a:cubicBezTo>
                    <a:cubicBezTo>
                      <a:pt x="1134" y="792"/>
                      <a:pt x="1459" y="467"/>
                      <a:pt x="1459" y="63"/>
                    </a:cubicBezTo>
                    <a:lnTo>
                      <a:pt x="1459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72"/>
              <p:cNvSpPr/>
              <p:nvPr/>
            </p:nvSpPr>
            <p:spPr>
              <a:xfrm rot="5400000">
                <a:off x="-1060080" y="644960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8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8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72"/>
              <p:cNvSpPr/>
              <p:nvPr/>
            </p:nvSpPr>
            <p:spPr>
              <a:xfrm rot="5400000">
                <a:off x="-2533864" y="-14651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1"/>
                    </a:moveTo>
                    <a:cubicBezTo>
                      <a:pt x="325" y="1"/>
                      <a:pt x="0" y="325"/>
                      <a:pt x="0" y="730"/>
                    </a:cubicBezTo>
                    <a:cubicBezTo>
                      <a:pt x="0" y="1134"/>
                      <a:pt x="325" y="1459"/>
                      <a:pt x="729" y="1459"/>
                    </a:cubicBezTo>
                    <a:cubicBezTo>
                      <a:pt x="1134" y="1459"/>
                      <a:pt x="1458" y="1134"/>
                      <a:pt x="1458" y="730"/>
                    </a:cubicBezTo>
                    <a:cubicBezTo>
                      <a:pt x="1458" y="325"/>
                      <a:pt x="1134" y="1"/>
                      <a:pt x="7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72"/>
              <p:cNvSpPr/>
              <p:nvPr/>
            </p:nvSpPr>
            <p:spPr>
              <a:xfrm rot="5400000">
                <a:off x="-2570548" y="283470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4"/>
                      <a:pt x="1" y="143"/>
                    </a:cubicBezTo>
                    <a:cubicBezTo>
                      <a:pt x="1" y="217"/>
                      <a:pt x="64" y="286"/>
                      <a:pt x="143" y="286"/>
                    </a:cubicBezTo>
                    <a:cubicBezTo>
                      <a:pt x="223" y="286"/>
                      <a:pt x="286" y="217"/>
                      <a:pt x="286" y="143"/>
                    </a:cubicBezTo>
                    <a:cubicBezTo>
                      <a:pt x="286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72"/>
              <p:cNvSpPr/>
              <p:nvPr/>
            </p:nvSpPr>
            <p:spPr>
              <a:xfrm rot="5400000">
                <a:off x="-2244923" y="641159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2"/>
                      <a:pt x="63" y="285"/>
                      <a:pt x="142" y="285"/>
                    </a:cubicBezTo>
                    <a:cubicBezTo>
                      <a:pt x="216" y="285"/>
                      <a:pt x="285" y="222"/>
                      <a:pt x="285" y="143"/>
                    </a:cubicBezTo>
                    <a:cubicBezTo>
                      <a:pt x="285" y="63"/>
                      <a:pt x="216" y="0"/>
                      <a:pt x="142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72"/>
              <p:cNvSpPr/>
              <p:nvPr/>
            </p:nvSpPr>
            <p:spPr>
              <a:xfrm rot="5400000">
                <a:off x="-1582353" y="644878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17"/>
                      <a:pt x="63" y="286"/>
                      <a:pt x="143" y="286"/>
                    </a:cubicBezTo>
                    <a:cubicBezTo>
                      <a:pt x="217" y="286"/>
                      <a:pt x="286" y="217"/>
                      <a:pt x="286" y="143"/>
                    </a:cubicBezTo>
                    <a:cubicBezTo>
                      <a:pt x="286" y="64"/>
                      <a:pt x="217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72"/>
              <p:cNvSpPr/>
              <p:nvPr/>
            </p:nvSpPr>
            <p:spPr>
              <a:xfrm rot="5400000">
                <a:off x="457080" y="393611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72"/>
              <p:cNvSpPr/>
              <p:nvPr/>
            </p:nvSpPr>
            <p:spPr>
              <a:xfrm rot="5400000">
                <a:off x="-2051995" y="429390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5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5"/>
                      <a:pt x="735" y="1465"/>
                    </a:cubicBezTo>
                    <a:cubicBezTo>
                      <a:pt x="1134" y="1465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72"/>
              <p:cNvSpPr/>
              <p:nvPr/>
            </p:nvSpPr>
            <p:spPr>
              <a:xfrm rot="5400000">
                <a:off x="406760" y="576795"/>
                <a:ext cx="204417" cy="20507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41" extrusionOk="0">
                    <a:moveTo>
                      <a:pt x="206" y="0"/>
                    </a:moveTo>
                    <a:cubicBezTo>
                      <a:pt x="75" y="137"/>
                      <a:pt x="1" y="319"/>
                      <a:pt x="1" y="513"/>
                    </a:cubicBezTo>
                    <a:cubicBezTo>
                      <a:pt x="1" y="950"/>
                      <a:pt x="358" y="1240"/>
                      <a:pt x="732" y="1240"/>
                    </a:cubicBezTo>
                    <a:cubicBezTo>
                      <a:pt x="909" y="1240"/>
                      <a:pt x="1089" y="1175"/>
                      <a:pt x="1237" y="1031"/>
                    </a:cubicBezTo>
                    <a:lnTo>
                      <a:pt x="1237" y="0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72"/>
              <p:cNvSpPr/>
              <p:nvPr/>
            </p:nvSpPr>
            <p:spPr>
              <a:xfrm rot="5400000">
                <a:off x="-877976" y="444014"/>
                <a:ext cx="241103" cy="241926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4" extrusionOk="0">
                    <a:moveTo>
                      <a:pt x="730" y="0"/>
                    </a:moveTo>
                    <a:cubicBezTo>
                      <a:pt x="325" y="0"/>
                      <a:pt x="1" y="330"/>
                      <a:pt x="1" y="735"/>
                    </a:cubicBezTo>
                    <a:cubicBezTo>
                      <a:pt x="1" y="1133"/>
                      <a:pt x="325" y="1464"/>
                      <a:pt x="730" y="1464"/>
                    </a:cubicBezTo>
                    <a:cubicBezTo>
                      <a:pt x="1134" y="1464"/>
                      <a:pt x="1459" y="1133"/>
                      <a:pt x="1459" y="735"/>
                    </a:cubicBezTo>
                    <a:cubicBezTo>
                      <a:pt x="1459" y="330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72"/>
              <p:cNvSpPr/>
              <p:nvPr/>
            </p:nvSpPr>
            <p:spPr>
              <a:xfrm rot="5400000">
                <a:off x="-233749" y="459466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30" y="1"/>
                    </a:moveTo>
                    <a:cubicBezTo>
                      <a:pt x="326" y="1"/>
                      <a:pt x="1" y="325"/>
                      <a:pt x="1" y="730"/>
                    </a:cubicBezTo>
                    <a:cubicBezTo>
                      <a:pt x="1" y="1134"/>
                      <a:pt x="326" y="1459"/>
                      <a:pt x="730" y="1459"/>
                    </a:cubicBezTo>
                    <a:cubicBezTo>
                      <a:pt x="1134" y="1459"/>
                      <a:pt x="1459" y="1134"/>
                      <a:pt x="1459" y="730"/>
                    </a:cubicBezTo>
                    <a:cubicBezTo>
                      <a:pt x="1459" y="325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72"/>
              <p:cNvSpPr/>
              <p:nvPr/>
            </p:nvSpPr>
            <p:spPr>
              <a:xfrm rot="5400000">
                <a:off x="170950" y="648678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1" y="64"/>
                      <a:pt x="1" y="143"/>
                    </a:cubicBezTo>
                    <a:cubicBezTo>
                      <a:pt x="1" y="223"/>
                      <a:pt x="63" y="286"/>
                      <a:pt x="143" y="286"/>
                    </a:cubicBezTo>
                    <a:cubicBezTo>
                      <a:pt x="223" y="286"/>
                      <a:pt x="285" y="223"/>
                      <a:pt x="285" y="143"/>
                    </a:cubicBezTo>
                    <a:cubicBezTo>
                      <a:pt x="285" y="64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72"/>
              <p:cNvSpPr/>
              <p:nvPr/>
            </p:nvSpPr>
            <p:spPr>
              <a:xfrm rot="5400000">
                <a:off x="256548" y="3037"/>
                <a:ext cx="242095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65" extrusionOk="0">
                    <a:moveTo>
                      <a:pt x="730" y="1"/>
                    </a:moveTo>
                    <a:cubicBezTo>
                      <a:pt x="331" y="1"/>
                      <a:pt x="1" y="331"/>
                      <a:pt x="1" y="730"/>
                    </a:cubicBezTo>
                    <a:cubicBezTo>
                      <a:pt x="1" y="1134"/>
                      <a:pt x="331" y="1464"/>
                      <a:pt x="730" y="1464"/>
                    </a:cubicBezTo>
                    <a:cubicBezTo>
                      <a:pt x="1134" y="1464"/>
                      <a:pt x="1464" y="1134"/>
                      <a:pt x="1464" y="730"/>
                    </a:cubicBezTo>
                    <a:cubicBezTo>
                      <a:pt x="1464" y="331"/>
                      <a:pt x="1134" y="1"/>
                      <a:pt x="730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72"/>
              <p:cNvSpPr/>
              <p:nvPr/>
            </p:nvSpPr>
            <p:spPr>
              <a:xfrm rot="5400000">
                <a:off x="-1273254" y="-826449"/>
                <a:ext cx="166740" cy="24093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458" extrusionOk="0">
                    <a:moveTo>
                      <a:pt x="280" y="0"/>
                    </a:moveTo>
                    <a:cubicBezTo>
                      <a:pt x="187" y="0"/>
                      <a:pt x="93" y="18"/>
                      <a:pt x="0" y="57"/>
                    </a:cubicBezTo>
                    <a:lnTo>
                      <a:pt x="0" y="1401"/>
                    </a:lnTo>
                    <a:cubicBezTo>
                      <a:pt x="93" y="1439"/>
                      <a:pt x="187" y="1457"/>
                      <a:pt x="280" y="1457"/>
                    </a:cubicBezTo>
                    <a:cubicBezTo>
                      <a:pt x="664" y="1457"/>
                      <a:pt x="1008" y="1147"/>
                      <a:pt x="1008" y="729"/>
                    </a:cubicBezTo>
                    <a:cubicBezTo>
                      <a:pt x="1008" y="311"/>
                      <a:pt x="664" y="0"/>
                      <a:pt x="28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72"/>
              <p:cNvSpPr/>
              <p:nvPr/>
            </p:nvSpPr>
            <p:spPr>
              <a:xfrm rot="5400000">
                <a:off x="476910" y="-504207"/>
                <a:ext cx="47097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2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23"/>
                      <a:pt x="63" y="286"/>
                      <a:pt x="142" y="286"/>
                    </a:cubicBezTo>
                    <a:cubicBezTo>
                      <a:pt x="222" y="286"/>
                      <a:pt x="285" y="223"/>
                      <a:pt x="285" y="143"/>
                    </a:cubicBezTo>
                    <a:cubicBezTo>
                      <a:pt x="285" y="64"/>
                      <a:pt x="222" y="1"/>
                      <a:pt x="142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72"/>
              <p:cNvSpPr/>
              <p:nvPr/>
            </p:nvSpPr>
            <p:spPr>
              <a:xfrm rot="5400000">
                <a:off x="-138646" y="-70846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1"/>
                    </a:moveTo>
                    <a:cubicBezTo>
                      <a:pt x="63" y="1"/>
                      <a:pt x="0" y="69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9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72"/>
              <p:cNvSpPr/>
              <p:nvPr/>
            </p:nvSpPr>
            <p:spPr>
              <a:xfrm rot="5400000">
                <a:off x="-2630039" y="-794803"/>
                <a:ext cx="161121" cy="172025"/>
              </a:xfrm>
              <a:custGeom>
                <a:avLst/>
                <a:gdLst/>
                <a:ahLst/>
                <a:cxnLst/>
                <a:rect l="l" t="t" r="r" b="b"/>
                <a:pathLst>
                  <a:path w="975" h="1041" extrusionOk="0">
                    <a:moveTo>
                      <a:pt x="247" y="0"/>
                    </a:moveTo>
                    <a:cubicBezTo>
                      <a:pt x="166" y="0"/>
                      <a:pt x="83" y="14"/>
                      <a:pt x="0" y="44"/>
                    </a:cubicBezTo>
                    <a:lnTo>
                      <a:pt x="0" y="1041"/>
                    </a:lnTo>
                    <a:lnTo>
                      <a:pt x="900" y="1041"/>
                    </a:lnTo>
                    <a:cubicBezTo>
                      <a:pt x="946" y="944"/>
                      <a:pt x="974" y="836"/>
                      <a:pt x="974" y="727"/>
                    </a:cubicBezTo>
                    <a:cubicBezTo>
                      <a:pt x="974" y="313"/>
                      <a:pt x="632" y="0"/>
                      <a:pt x="247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72"/>
              <p:cNvSpPr/>
              <p:nvPr/>
            </p:nvSpPr>
            <p:spPr>
              <a:xfrm rot="5400000">
                <a:off x="-1327786" y="613399"/>
                <a:ext cx="98986" cy="23729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36" extrusionOk="0">
                    <a:moveTo>
                      <a:pt x="599" y="1"/>
                    </a:moveTo>
                    <a:cubicBezTo>
                      <a:pt x="251" y="63"/>
                      <a:pt x="1" y="365"/>
                      <a:pt x="1" y="718"/>
                    </a:cubicBezTo>
                    <a:cubicBezTo>
                      <a:pt x="1" y="1066"/>
                      <a:pt x="251" y="1367"/>
                      <a:pt x="599" y="1436"/>
                    </a:cubicBezTo>
                    <a:lnTo>
                      <a:pt x="599" y="1"/>
                    </a:ln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72"/>
              <p:cNvSpPr/>
              <p:nvPr/>
            </p:nvSpPr>
            <p:spPr>
              <a:xfrm rot="5400000">
                <a:off x="-2578067" y="-375310"/>
                <a:ext cx="47097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5" h="286" extrusionOk="0">
                    <a:moveTo>
                      <a:pt x="143" y="0"/>
                    </a:moveTo>
                    <a:cubicBezTo>
                      <a:pt x="63" y="0"/>
                      <a:pt x="0" y="63"/>
                      <a:pt x="0" y="143"/>
                    </a:cubicBezTo>
                    <a:cubicBezTo>
                      <a:pt x="0" y="223"/>
                      <a:pt x="63" y="285"/>
                      <a:pt x="143" y="285"/>
                    </a:cubicBezTo>
                    <a:cubicBezTo>
                      <a:pt x="222" y="285"/>
                      <a:pt x="285" y="223"/>
                      <a:pt x="285" y="143"/>
                    </a:cubicBezTo>
                    <a:cubicBezTo>
                      <a:pt x="285" y="63"/>
                      <a:pt x="222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72"/>
              <p:cNvSpPr/>
              <p:nvPr/>
            </p:nvSpPr>
            <p:spPr>
              <a:xfrm rot="5400000">
                <a:off x="480546" y="-719697"/>
                <a:ext cx="47262" cy="47096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5" extrusionOk="0">
                    <a:moveTo>
                      <a:pt x="143" y="0"/>
                    </a:moveTo>
                    <a:cubicBezTo>
                      <a:pt x="63" y="0"/>
                      <a:pt x="1" y="63"/>
                      <a:pt x="1" y="143"/>
                    </a:cubicBezTo>
                    <a:cubicBezTo>
                      <a:pt x="1" y="222"/>
                      <a:pt x="63" y="285"/>
                      <a:pt x="143" y="285"/>
                    </a:cubicBezTo>
                    <a:cubicBezTo>
                      <a:pt x="217" y="285"/>
                      <a:pt x="286" y="222"/>
                      <a:pt x="286" y="143"/>
                    </a:cubicBezTo>
                    <a:cubicBezTo>
                      <a:pt x="286" y="63"/>
                      <a:pt x="217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72"/>
              <p:cNvSpPr/>
              <p:nvPr/>
            </p:nvSpPr>
            <p:spPr>
              <a:xfrm rot="5400000">
                <a:off x="-2676888" y="575390"/>
                <a:ext cx="248540" cy="163763"/>
              </a:xfrm>
              <a:custGeom>
                <a:avLst/>
                <a:gdLst/>
                <a:ahLst/>
                <a:cxnLst/>
                <a:rect l="l" t="t" r="r" b="b"/>
                <a:pathLst>
                  <a:path w="1504" h="991" extrusionOk="0">
                    <a:moveTo>
                      <a:pt x="829" y="1"/>
                    </a:moveTo>
                    <a:cubicBezTo>
                      <a:pt x="741" y="1"/>
                      <a:pt x="651" y="17"/>
                      <a:pt x="564" y="51"/>
                    </a:cubicBezTo>
                    <a:cubicBezTo>
                      <a:pt x="188" y="194"/>
                      <a:pt x="0" y="615"/>
                      <a:pt x="142" y="991"/>
                    </a:cubicBezTo>
                    <a:lnTo>
                      <a:pt x="1492" y="991"/>
                    </a:lnTo>
                    <a:cubicBezTo>
                      <a:pt x="1498" y="985"/>
                      <a:pt x="1504" y="980"/>
                      <a:pt x="1504" y="968"/>
                    </a:cubicBezTo>
                    <a:lnTo>
                      <a:pt x="1504" y="473"/>
                    </a:lnTo>
                    <a:cubicBezTo>
                      <a:pt x="1394" y="179"/>
                      <a:pt x="1120" y="1"/>
                      <a:pt x="829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72"/>
              <p:cNvSpPr/>
              <p:nvPr/>
            </p:nvSpPr>
            <p:spPr>
              <a:xfrm rot="5400000">
                <a:off x="-1589955" y="-704742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4" y="1"/>
                      <a:pt x="1" y="63"/>
                      <a:pt x="1" y="143"/>
                    </a:cubicBezTo>
                    <a:cubicBezTo>
                      <a:pt x="1" y="223"/>
                      <a:pt x="64" y="285"/>
                      <a:pt x="143" y="285"/>
                    </a:cubicBezTo>
                    <a:cubicBezTo>
                      <a:pt x="223" y="285"/>
                      <a:pt x="286" y="223"/>
                      <a:pt x="286" y="143"/>
                    </a:cubicBezTo>
                    <a:cubicBezTo>
                      <a:pt x="286" y="63"/>
                      <a:pt x="223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72"/>
              <p:cNvSpPr/>
              <p:nvPr/>
            </p:nvSpPr>
            <p:spPr>
              <a:xfrm rot="5400000">
                <a:off x="-2232777" y="-704742"/>
                <a:ext cx="47262" cy="47262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0"/>
                    </a:moveTo>
                    <a:cubicBezTo>
                      <a:pt x="64" y="0"/>
                      <a:pt x="1" y="69"/>
                      <a:pt x="1" y="143"/>
                    </a:cubicBezTo>
                    <a:cubicBezTo>
                      <a:pt x="1" y="222"/>
                      <a:pt x="64" y="285"/>
                      <a:pt x="143" y="285"/>
                    </a:cubicBezTo>
                    <a:cubicBezTo>
                      <a:pt x="223" y="285"/>
                      <a:pt x="286" y="222"/>
                      <a:pt x="286" y="143"/>
                    </a:cubicBezTo>
                    <a:cubicBezTo>
                      <a:pt x="286" y="69"/>
                      <a:pt x="223" y="0"/>
                      <a:pt x="143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72"/>
              <p:cNvSpPr/>
              <p:nvPr/>
            </p:nvSpPr>
            <p:spPr>
              <a:xfrm rot="5400000">
                <a:off x="-2040262" y="-699452"/>
                <a:ext cx="242095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459" extrusionOk="0">
                    <a:moveTo>
                      <a:pt x="735" y="1"/>
                    </a:moveTo>
                    <a:cubicBezTo>
                      <a:pt x="331" y="1"/>
                      <a:pt x="0" y="325"/>
                      <a:pt x="0" y="730"/>
                    </a:cubicBezTo>
                    <a:cubicBezTo>
                      <a:pt x="0" y="1134"/>
                      <a:pt x="331" y="1459"/>
                      <a:pt x="735" y="1459"/>
                    </a:cubicBezTo>
                    <a:cubicBezTo>
                      <a:pt x="1134" y="1459"/>
                      <a:pt x="1464" y="1134"/>
                      <a:pt x="1464" y="730"/>
                    </a:cubicBezTo>
                    <a:cubicBezTo>
                      <a:pt x="1464" y="325"/>
                      <a:pt x="1134" y="1"/>
                      <a:pt x="735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72"/>
              <p:cNvSpPr/>
              <p:nvPr/>
            </p:nvSpPr>
            <p:spPr>
              <a:xfrm rot="5400000">
                <a:off x="209947" y="-732503"/>
                <a:ext cx="241103" cy="242091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65" extrusionOk="0">
                    <a:moveTo>
                      <a:pt x="730" y="0"/>
                    </a:moveTo>
                    <a:cubicBezTo>
                      <a:pt x="325" y="0"/>
                      <a:pt x="1" y="331"/>
                      <a:pt x="1" y="729"/>
                    </a:cubicBezTo>
                    <a:cubicBezTo>
                      <a:pt x="1" y="1134"/>
                      <a:pt x="325" y="1464"/>
                      <a:pt x="730" y="1464"/>
                    </a:cubicBezTo>
                    <a:cubicBezTo>
                      <a:pt x="1134" y="1464"/>
                      <a:pt x="1459" y="1134"/>
                      <a:pt x="1459" y="729"/>
                    </a:cubicBezTo>
                    <a:cubicBezTo>
                      <a:pt x="1459" y="331"/>
                      <a:pt x="1134" y="0"/>
                      <a:pt x="730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72"/>
              <p:cNvSpPr/>
              <p:nvPr/>
            </p:nvSpPr>
            <p:spPr>
              <a:xfrm rot="5400000">
                <a:off x="-900036" y="-681110"/>
                <a:ext cx="47262" cy="47261"/>
              </a:xfrm>
              <a:custGeom>
                <a:avLst/>
                <a:gdLst/>
                <a:ahLst/>
                <a:cxnLst/>
                <a:rect l="l" t="t" r="r" b="b"/>
                <a:pathLst>
                  <a:path w="286" h="286" extrusionOk="0">
                    <a:moveTo>
                      <a:pt x="143" y="1"/>
                    </a:moveTo>
                    <a:cubicBezTo>
                      <a:pt x="63" y="1"/>
                      <a:pt x="0" y="64"/>
                      <a:pt x="0" y="143"/>
                    </a:cubicBezTo>
                    <a:cubicBezTo>
                      <a:pt x="0" y="217"/>
                      <a:pt x="63" y="286"/>
                      <a:pt x="143" y="286"/>
                    </a:cubicBezTo>
                    <a:cubicBezTo>
                      <a:pt x="222" y="286"/>
                      <a:pt x="285" y="217"/>
                      <a:pt x="285" y="143"/>
                    </a:cubicBezTo>
                    <a:cubicBezTo>
                      <a:pt x="285" y="64"/>
                      <a:pt x="222" y="1"/>
                      <a:pt x="143" y="1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72"/>
              <p:cNvSpPr/>
              <p:nvPr/>
            </p:nvSpPr>
            <p:spPr>
              <a:xfrm rot="5400000">
                <a:off x="-598952" y="-711185"/>
                <a:ext cx="241103" cy="2411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1459" extrusionOk="0">
                    <a:moveTo>
                      <a:pt x="729" y="0"/>
                    </a:moveTo>
                    <a:cubicBezTo>
                      <a:pt x="325" y="0"/>
                      <a:pt x="0" y="325"/>
                      <a:pt x="0" y="729"/>
                    </a:cubicBezTo>
                    <a:cubicBezTo>
                      <a:pt x="0" y="1134"/>
                      <a:pt x="325" y="1458"/>
                      <a:pt x="729" y="1458"/>
                    </a:cubicBezTo>
                    <a:cubicBezTo>
                      <a:pt x="1133" y="1458"/>
                      <a:pt x="1458" y="1134"/>
                      <a:pt x="1458" y="729"/>
                    </a:cubicBezTo>
                    <a:cubicBezTo>
                      <a:pt x="1458" y="325"/>
                      <a:pt x="1133" y="0"/>
                      <a:pt x="729" y="0"/>
                    </a:cubicBezTo>
                    <a:close/>
                  </a:path>
                </a:pathLst>
              </a:custGeom>
              <a:solidFill>
                <a:srgbClr val="F8CD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72"/>
              <p:cNvSpPr/>
              <p:nvPr/>
            </p:nvSpPr>
            <p:spPr>
              <a:xfrm rot="5400000">
                <a:off x="-1838007" y="-1656571"/>
                <a:ext cx="1629390" cy="3305331"/>
              </a:xfrm>
              <a:custGeom>
                <a:avLst/>
                <a:gdLst/>
                <a:ahLst/>
                <a:cxnLst/>
                <a:rect l="l" t="t" r="r" b="b"/>
                <a:pathLst>
                  <a:path w="9860" h="20002" extrusionOk="0">
                    <a:moveTo>
                      <a:pt x="9506" y="353"/>
                    </a:moveTo>
                    <a:lnTo>
                      <a:pt x="9506" y="19648"/>
                    </a:lnTo>
                    <a:lnTo>
                      <a:pt x="354" y="19648"/>
                    </a:lnTo>
                    <a:lnTo>
                      <a:pt x="354" y="353"/>
                    </a:lnTo>
                    <a:close/>
                    <a:moveTo>
                      <a:pt x="177" y="0"/>
                    </a:moveTo>
                    <a:cubicBezTo>
                      <a:pt x="81" y="0"/>
                      <a:pt x="1" y="80"/>
                      <a:pt x="1" y="177"/>
                    </a:cubicBezTo>
                    <a:lnTo>
                      <a:pt x="1" y="19825"/>
                    </a:lnTo>
                    <a:cubicBezTo>
                      <a:pt x="1" y="19922"/>
                      <a:pt x="81" y="20001"/>
                      <a:pt x="177" y="20001"/>
                    </a:cubicBezTo>
                    <a:lnTo>
                      <a:pt x="9683" y="20001"/>
                    </a:lnTo>
                    <a:cubicBezTo>
                      <a:pt x="9779" y="20001"/>
                      <a:pt x="9859" y="19922"/>
                      <a:pt x="9859" y="19825"/>
                    </a:cubicBezTo>
                    <a:lnTo>
                      <a:pt x="9859" y="177"/>
                    </a:lnTo>
                    <a:cubicBezTo>
                      <a:pt x="9859" y="80"/>
                      <a:pt x="9779" y="0"/>
                      <a:pt x="9683" y="0"/>
                    </a:cubicBezTo>
                    <a:close/>
                  </a:path>
                </a:pathLst>
              </a:custGeom>
              <a:solidFill>
                <a:srgbClr val="E4A44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72"/>
              <p:cNvSpPr/>
              <p:nvPr/>
            </p:nvSpPr>
            <p:spPr>
              <a:xfrm rot="5400000">
                <a:off x="-1591450" y="-1400599"/>
                <a:ext cx="1136276" cy="2793386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16904" extrusionOk="0">
                    <a:moveTo>
                      <a:pt x="360" y="0"/>
                    </a:moveTo>
                    <a:cubicBezTo>
                      <a:pt x="160" y="0"/>
                      <a:pt x="1" y="160"/>
                      <a:pt x="1" y="353"/>
                    </a:cubicBezTo>
                    <a:lnTo>
                      <a:pt x="1" y="16550"/>
                    </a:lnTo>
                    <a:cubicBezTo>
                      <a:pt x="1" y="16750"/>
                      <a:pt x="160" y="16903"/>
                      <a:pt x="360" y="16903"/>
                    </a:cubicBezTo>
                    <a:lnTo>
                      <a:pt x="6516" y="16903"/>
                    </a:lnTo>
                    <a:cubicBezTo>
                      <a:pt x="6716" y="16903"/>
                      <a:pt x="6875" y="16750"/>
                      <a:pt x="6875" y="16550"/>
                    </a:cubicBezTo>
                    <a:lnTo>
                      <a:pt x="6875" y="353"/>
                    </a:lnTo>
                    <a:cubicBezTo>
                      <a:pt x="6875" y="160"/>
                      <a:pt x="6716" y="0"/>
                      <a:pt x="65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72"/>
              <p:cNvSpPr/>
              <p:nvPr/>
            </p:nvSpPr>
            <p:spPr>
              <a:xfrm rot="5400000">
                <a:off x="-1620452" y="-1430757"/>
                <a:ext cx="1194445" cy="2853702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17269" extrusionOk="0">
                    <a:moveTo>
                      <a:pt x="6692" y="360"/>
                    </a:moveTo>
                    <a:cubicBezTo>
                      <a:pt x="6789" y="360"/>
                      <a:pt x="6869" y="439"/>
                      <a:pt x="6869" y="536"/>
                    </a:cubicBezTo>
                    <a:lnTo>
                      <a:pt x="6869" y="16733"/>
                    </a:lnTo>
                    <a:cubicBezTo>
                      <a:pt x="6869" y="16830"/>
                      <a:pt x="6789" y="16910"/>
                      <a:pt x="6692" y="16910"/>
                    </a:cubicBezTo>
                    <a:lnTo>
                      <a:pt x="536" y="16910"/>
                    </a:lnTo>
                    <a:cubicBezTo>
                      <a:pt x="433" y="16910"/>
                      <a:pt x="359" y="16830"/>
                      <a:pt x="359" y="16733"/>
                    </a:cubicBezTo>
                    <a:lnTo>
                      <a:pt x="359" y="536"/>
                    </a:lnTo>
                    <a:cubicBezTo>
                      <a:pt x="359" y="439"/>
                      <a:pt x="433" y="360"/>
                      <a:pt x="536" y="360"/>
                    </a:cubicBezTo>
                    <a:close/>
                    <a:moveTo>
                      <a:pt x="536" y="1"/>
                    </a:moveTo>
                    <a:cubicBezTo>
                      <a:pt x="240" y="1"/>
                      <a:pt x="0" y="240"/>
                      <a:pt x="0" y="536"/>
                    </a:cubicBezTo>
                    <a:lnTo>
                      <a:pt x="0" y="16733"/>
                    </a:lnTo>
                    <a:cubicBezTo>
                      <a:pt x="0" y="17029"/>
                      <a:pt x="240" y="17269"/>
                      <a:pt x="536" y="17269"/>
                    </a:cubicBezTo>
                    <a:lnTo>
                      <a:pt x="6692" y="17269"/>
                    </a:lnTo>
                    <a:cubicBezTo>
                      <a:pt x="6988" y="17269"/>
                      <a:pt x="7228" y="17029"/>
                      <a:pt x="7228" y="16733"/>
                    </a:cubicBezTo>
                    <a:lnTo>
                      <a:pt x="7228" y="536"/>
                    </a:lnTo>
                    <a:cubicBezTo>
                      <a:pt x="7228" y="240"/>
                      <a:pt x="6988" y="1"/>
                      <a:pt x="66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56" name="Google Shape;3156;p72"/>
          <p:cNvSpPr txBox="1">
            <a:spLocks noGrp="1"/>
          </p:cNvSpPr>
          <p:nvPr>
            <p:ph type="ctrTitle"/>
          </p:nvPr>
        </p:nvSpPr>
        <p:spPr>
          <a:xfrm>
            <a:off x="3050798" y="598700"/>
            <a:ext cx="25671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3158" name="Google Shape;3158;p72"/>
          <p:cNvSpPr txBox="1">
            <a:spLocks noGrp="1"/>
          </p:cNvSpPr>
          <p:nvPr>
            <p:ph type="subTitle" idx="2"/>
          </p:nvPr>
        </p:nvSpPr>
        <p:spPr>
          <a:xfrm>
            <a:off x="2545675" y="1781200"/>
            <a:ext cx="36174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pic>
        <p:nvPicPr>
          <p:cNvPr id="2050" name="Picture 2" descr="Dagelan gambar mari berbagi - Ahh takut ...">
            <a:extLst>
              <a:ext uri="{FF2B5EF4-FFF2-40B4-BE49-F238E27FC236}">
                <a16:creationId xmlns:a16="http://schemas.microsoft.com/office/drawing/2014/main" id="{FF38171E-6A10-4745-801F-C48AA98E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751" y="2138164"/>
            <a:ext cx="3865553" cy="240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114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intage Photo Album For Education by Slidesgo">
  <a:themeElements>
    <a:clrScheme name="Simple Light">
      <a:dk1>
        <a:srgbClr val="4F493D"/>
      </a:dk1>
      <a:lt1>
        <a:srgbClr val="AFAB85"/>
      </a:lt1>
      <a:dk2>
        <a:srgbClr val="4F493D"/>
      </a:dk2>
      <a:lt2>
        <a:srgbClr val="F8CD7D"/>
      </a:lt2>
      <a:accent1>
        <a:srgbClr val="F9E4C2"/>
      </a:accent1>
      <a:accent2>
        <a:srgbClr val="E4A448"/>
      </a:accent2>
      <a:accent3>
        <a:srgbClr val="9C693D"/>
      </a:accent3>
      <a:accent4>
        <a:srgbClr val="6E9077"/>
      </a:accent4>
      <a:accent5>
        <a:srgbClr val="FFFFFF"/>
      </a:accent5>
      <a:accent6>
        <a:srgbClr val="FFFFFF"/>
      </a:accent6>
      <a:hlink>
        <a:srgbClr val="4F49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548</Words>
  <Application>Microsoft Office PowerPoint</Application>
  <PresentationFormat>On-screen Show (16:9)</PresentationFormat>
  <Paragraphs>85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FrankRuehl</vt:lpstr>
      <vt:lpstr>Times New Roman</vt:lpstr>
      <vt:lpstr>Grand Hotel</vt:lpstr>
      <vt:lpstr>Montserrat</vt:lpstr>
      <vt:lpstr>Tahoma</vt:lpstr>
      <vt:lpstr>Andika</vt:lpstr>
      <vt:lpstr>Vintage Photo Album For Education by Slidesgo</vt:lpstr>
      <vt:lpstr>STATISTIKA MATEMATIKA 1</vt:lpstr>
      <vt:lpstr>History</vt:lpstr>
      <vt:lpstr>Bagian 1 : Pengantar Teori Peluang </vt:lpstr>
      <vt:lpstr>Pengantar Teori Peluang : Prinsip Dasar Peluang</vt:lpstr>
      <vt:lpstr>Pengantar Teori Peluang : Prinsip Dasar Peluang</vt:lpstr>
      <vt:lpstr>Pengantar Teori Peluang : Prinsip Dasar Peluang</vt:lpstr>
      <vt:lpstr>Pengantar Teori Peluang : Prinsip Dasar Peluang</vt:lpstr>
      <vt:lpstr>PowerPoint Presentation</vt:lpstr>
      <vt:lpstr>Pengantar Teori Peluang : Prinsip Dasar Peluang</vt:lpstr>
      <vt:lpstr>Pengantar Teori Peluang : Prinsip Dasar Peluang</vt:lpstr>
      <vt:lpstr>Pengantar Teori Peluang : Prinsip Dasar Peluang</vt:lpstr>
      <vt:lpstr>Pengantar Teori Peluang : Percobaan Bernoulli</vt:lpstr>
      <vt:lpstr>Pengantar Teori Peluang : Percobaan Bernoulli</vt:lpstr>
      <vt:lpstr>Pengantar Teori Peluang : Menghitung Ruang sampel dan Peluang </vt:lpstr>
      <vt:lpstr>Pengantar Teori Peluang : Menghitung Ruang sampel dan Peluang </vt:lpstr>
      <vt:lpstr>Pengantar Teori Peluang : Menghitung Ruang sampel dan Peluang </vt:lpstr>
      <vt:lpstr>Pengantar Teori Peluang : Menghitung Ruang sampel dan Peluang </vt:lpstr>
      <vt:lpstr>Pengantar Teori Peluang : Menghitung Ruang sampel dan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Aksioma dan Teorema Peluang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Peluang Bersyarat dan Peristiwa Saling Bebas </vt:lpstr>
      <vt:lpstr>Pengantar Teori Peluang : Aturan Bayes </vt:lpstr>
      <vt:lpstr>Pengantar Teori Peluang : Aturan Bayes </vt:lpstr>
      <vt:lpstr>Pengantar Teori Peluang : Aturan Bayes </vt:lpstr>
      <vt:lpstr>Pengantar Teori Peluang : Aturan Bayes</vt:lpstr>
      <vt:lpstr>Pengantar Teori Peluang : Aturan Bayes</vt:lpstr>
      <vt:lpstr>Pengantar Teori Peluang : Aturan Bayes</vt:lpstr>
      <vt:lpstr>Quotes of the day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#2</dc:title>
  <dc:creator>GUSTI URIPNO</dc:creator>
  <cp:lastModifiedBy>gustidash@gmail.com</cp:lastModifiedBy>
  <cp:revision>27</cp:revision>
  <dcterms:modified xsi:type="dcterms:W3CDTF">2024-09-16T02:11:59Z</dcterms:modified>
</cp:coreProperties>
</file>