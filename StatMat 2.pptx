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ink/ink1.xml" ContentType="application/inkml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ink/ink2.xml" ContentType="application/inkml+xml"/>
  <Override PartName="/ppt/notesSlides/notesSlide31.xml" ContentType="application/vnd.openxmlformats-officedocument.presentationml.notesSlide+xml"/>
  <Override PartName="/ppt/ink/ink3.xml" ContentType="application/inkml+xml"/>
  <Override PartName="/ppt/notesSlides/notesSlide32.xml" ContentType="application/vnd.openxmlformats-officedocument.presentationml.notesSlide+xml"/>
  <Override PartName="/ppt/ink/ink4.xml" ContentType="application/inkml+xml"/>
  <Override PartName="/ppt/notesSlides/notesSlide33.xml" ContentType="application/vnd.openxmlformats-officedocument.presentationml.notesSlide+xml"/>
  <Override PartName="/ppt/ink/ink5.xml" ContentType="application/inkml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ink/ink6.xml" ContentType="application/inkml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41"/>
  </p:notesMasterIdLst>
  <p:sldIdLst>
    <p:sldId id="256" r:id="rId2"/>
    <p:sldId id="403" r:id="rId3"/>
    <p:sldId id="356" r:id="rId4"/>
    <p:sldId id="414" r:id="rId5"/>
    <p:sldId id="415" r:id="rId6"/>
    <p:sldId id="416" r:id="rId7"/>
    <p:sldId id="417" r:id="rId8"/>
    <p:sldId id="418" r:id="rId9"/>
    <p:sldId id="419" r:id="rId10"/>
    <p:sldId id="413" r:id="rId11"/>
    <p:sldId id="357" r:id="rId12"/>
    <p:sldId id="406" r:id="rId13"/>
    <p:sldId id="407" r:id="rId14"/>
    <p:sldId id="408" r:id="rId15"/>
    <p:sldId id="410" r:id="rId16"/>
    <p:sldId id="411" r:id="rId17"/>
    <p:sldId id="412" r:id="rId18"/>
    <p:sldId id="420" r:id="rId19"/>
    <p:sldId id="422" r:id="rId20"/>
    <p:sldId id="423" r:id="rId21"/>
    <p:sldId id="424" r:id="rId22"/>
    <p:sldId id="421" r:id="rId23"/>
    <p:sldId id="425" r:id="rId24"/>
    <p:sldId id="426" r:id="rId25"/>
    <p:sldId id="427" r:id="rId26"/>
    <p:sldId id="428" r:id="rId27"/>
    <p:sldId id="429" r:id="rId28"/>
    <p:sldId id="430" r:id="rId29"/>
    <p:sldId id="431" r:id="rId30"/>
    <p:sldId id="432" r:id="rId31"/>
    <p:sldId id="434" r:id="rId32"/>
    <p:sldId id="435" r:id="rId33"/>
    <p:sldId id="436" r:id="rId34"/>
    <p:sldId id="437" r:id="rId35"/>
    <p:sldId id="439" r:id="rId36"/>
    <p:sldId id="438" r:id="rId37"/>
    <p:sldId id="440" r:id="rId38"/>
    <p:sldId id="404" r:id="rId39"/>
    <p:sldId id="343" r:id="rId40"/>
  </p:sldIdLst>
  <p:sldSz cx="9144000" cy="5143500" type="screen16x9"/>
  <p:notesSz cx="6858000" cy="9144000"/>
  <p:embeddedFontLst>
    <p:embeddedFont>
      <p:font typeface="Andika" panose="020B0604020202020204" charset="0"/>
      <p:regular r:id="rId42"/>
    </p:embeddedFont>
    <p:embeddedFont>
      <p:font typeface="FrankRuehl" panose="020E0503060101010101" pitchFamily="34" charset="-79"/>
      <p:regular r:id="rId43"/>
    </p:embeddedFont>
    <p:embeddedFont>
      <p:font typeface="Grand Hotel" panose="020B0604020202020204" charset="0"/>
      <p:regular r:id="rId44"/>
    </p:embeddedFont>
    <p:embeddedFont>
      <p:font typeface="Montserrat" panose="00000500000000000000" pitchFamily="2" charset="0"/>
      <p:regular r:id="rId45"/>
      <p:bold r:id="rId46"/>
      <p:italic r:id="rId47"/>
      <p:boldItalic r:id="rId48"/>
    </p:embeddedFont>
    <p:embeddedFont>
      <p:font typeface="Tahoma" panose="020B0604030504040204" pitchFamily="34" charset="0"/>
      <p:regular r:id="rId49"/>
      <p:bold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Begining" id="{3F059F96-BCAF-4915-AD59-C0FF965DFA8F}">
          <p14:sldIdLst>
            <p14:sldId id="256"/>
            <p14:sldId id="403"/>
          </p14:sldIdLst>
        </p14:section>
        <p14:section name="Peubah Acak Multivariat" id="{C483AD21-B254-4856-BE60-5BCDD80A4E4F}">
          <p14:sldIdLst>
            <p14:sldId id="356"/>
            <p14:sldId id="414"/>
            <p14:sldId id="415"/>
            <p14:sldId id="416"/>
            <p14:sldId id="417"/>
            <p14:sldId id="418"/>
            <p14:sldId id="419"/>
          </p14:sldIdLst>
        </p14:section>
        <p14:section name="Joint Probability" id="{72F6AC17-9F73-4186-A0FC-837876101594}">
          <p14:sldIdLst>
            <p14:sldId id="413"/>
            <p14:sldId id="357"/>
            <p14:sldId id="406"/>
            <p14:sldId id="407"/>
            <p14:sldId id="408"/>
            <p14:sldId id="410"/>
            <p14:sldId id="411"/>
            <p14:sldId id="412"/>
          </p14:sldIdLst>
        </p14:section>
        <p14:section name="Marjinal Porbability" id="{4C5C632F-B8E5-4B5A-8FB9-ED795AFC78C8}">
          <p14:sldIdLst>
            <p14:sldId id="420"/>
            <p14:sldId id="422"/>
            <p14:sldId id="423"/>
            <p14:sldId id="424"/>
          </p14:sldIdLst>
        </p14:section>
        <p14:section name="Peluang Bersyarat Bivariat" id="{117AB36D-CA5F-4642-A8BD-95B50BC3D460}">
          <p14:sldIdLst>
            <p14:sldId id="421"/>
            <p14:sldId id="425"/>
            <p14:sldId id="426"/>
            <p14:sldId id="427"/>
            <p14:sldId id="428"/>
            <p14:sldId id="429"/>
            <p14:sldId id="430"/>
            <p14:sldId id="431"/>
          </p14:sldIdLst>
        </p14:section>
        <p14:section name="Normal" id="{00391250-632E-4310-B786-1BCF34B5CAAE}">
          <p14:sldIdLst>
            <p14:sldId id="432"/>
            <p14:sldId id="434"/>
            <p14:sldId id="435"/>
            <p14:sldId id="436"/>
            <p14:sldId id="437"/>
            <p14:sldId id="439"/>
            <p14:sldId id="438"/>
            <p14:sldId id="440"/>
          </p14:sldIdLst>
        </p14:section>
        <p14:section name="END" id="{BA173135-74EB-4A0D-B639-B63176B51430}">
          <p14:sldIdLst>
            <p14:sldId id="404"/>
            <p14:sldId id="34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82C2A9B-EBD9-450B-9C9C-57F1022AF722}">
  <a:tblStyle styleId="{182C2A9B-EBD9-450B-9C9C-57F1022AF72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784" autoAdjust="0"/>
  </p:normalViewPr>
  <p:slideViewPr>
    <p:cSldViewPr snapToGrid="0">
      <p:cViewPr varScale="1">
        <p:scale>
          <a:sx n="77" d="100"/>
          <a:sy n="77" d="100"/>
        </p:scale>
        <p:origin x="90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44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27508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5-14T01:28:12.9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9242 8691 0,'22'0'219,"0"0"-203,0 0-16,22 0 15,22 0-15,-23 22 16,1-22-16,0 0 16,-22 0-16,44 0 0,-22 0 15,-22 0-15,0 0 16,0 0-16,0 0 16,0 0-16,22 0 15,-22 0 1,0 22-16,0-22 15,-1 0 1,1 0 0,0 0-1,0 0 1,0 0 0,0 0-1,0 0 16,0 0 1</inkml:trace>
  <inkml:trace contextRef="#ctx0" brushRef="#br0" timeOffset="3050.77">12820 9108 0,'110'0'234,"154"0"-234,-23 22 16,-21-22-16,43 0 15,-43 0-15,-1 44 0,-43-44 16,-1 0-16,-21 0 15,-22 0-15,-66 0 16,-1 0-16,-21 0 16,-22 0-16,0 0 15,0 0 1,0 0 15,0 0 125,0 0-109,44 0-15,-44 0-32,0 0 15,0 0-15,0 0 47,0 0-31,0 0-1,0 0 1,21 0 0,-21 0-1,22 0 1,-22 0-16,22 0 15,0 0-15,44 0 0,-66 0 16,44 0-16,-22 0 16,0 0-16,-1 0 15,-21 0 1,0 0 0,0 0-1,0 0 32,0 0-16,22 0 16</inkml:trace>
  <inkml:trace contextRef="#ctx0" brushRef="#br0" timeOffset="13844.71">8408 7133 0,'22'0'219,"44"-22"-203,-23 0-16,67 0 15,-44 0-15,0 0 0,44-22 16,-1 23-16,-43-45 16,88 22-16,-88 22 15,44 0-15,-45 0 16,1 0-16,-22 0 15,22 0-15,-44 22 16,22-44-16,-22 44 16,0 0-16,0-22 0,22 22 15,-44-22 1,22 22-16,0 0 16,0 0-16,-22-22 15,22 22-15,-1 0 16,1 0-16,0 0 0,0 0 15,22-22 1,0 22-16,-22 0 16,0-22-16,22 22 15,22-21 1,-44 21-16,0 0 0,0 0 16,22 0-1,-22 0-15,0 0 16,21 0-1,-21 0 1,0 0-16,0 0 16,0 0-16,0 0 15,0 0-15,0 0 16,0 0-16,22 0 16,0 21-16,0 1 15,-22-22 1,22 22-16,0-22 15,-23 0-15,23 0 0,-22 0 16,0 0 0,0 22-1,0-22-15,22 0 0,-22 0 16,0 0 0,-22 22-1,22-22-15,0 44 16,0-44-16,0 0 15,44 22-15,-44-22 16,-22 22-16,22-22 16,0 22-1,0 0-15,-1-22 16,1 0 0,0 22-16,44 0 15,-66 0-15,44 22 16,-22-22-16,22 22 15,-22-23-15,44 1 16,-44-22-16,0 0 16,0 22-16,0 0 15,0-22 1,0 22 0,21-22-1,-43 22 1,22-22-16,0 0 15,-22 22 1,22-22 15,-22 22-31,22-22 16,0 0 0,-22 22-1,22-22 1,0 0 15</inkml:trace>
  <inkml:trace contextRef="#ctx0" brushRef="#br0" timeOffset="17238.62">10581 7638 0,'44'-22'219,"0"0"-219,0-22 0,66-22 16,-67 44-16,23-44 15,-22 45-15,44-45 16,-22 22-16,0 22 16,0-44-16,43 0 0,-43 44 15,22 0-15,0 0 16,0 0-16,-44 0 16,43 0-16,-43-43 15,0 65-15,-22 0 16,22-22-16,22 22 15,-44-22-15,0 22 0,0 0 16,0-22-16,0 22 16,44-22-1,-44 22 1,-1-22-16,23 22 0,0-22 16,0 22-16,22-22 15,-22 22-15,-22 0 0,44-44 16,0 44-1,43-22-15,-43 22 0,22-22 16,22 22-16,-44-22 16,43 22-16,-43 0 15,-22-22-15,44 22 16,-44 0-16,0-22 0,0 22 16,0 0-16,44 0 15,-45 0 1,-21 0-16,0 0 15,22 0 1,0 0-16,-22 0 16,0 0-16,0 0 0,0 0 15,22 0-15,-22 0 16,44 22-16,-22 0 16,-1 0-1,1 22-15,44 0 16,-44-22-16,0 0 15,0 0-15,0 0 16,22 0-16,-22 0 16,0 0-16,-1-22 15,-21 44-15,66-23 0,-66 1 16,22-22 0,-22 22-16,0-22 0,0 0 15,44 22-15,-44-22 16,0 0 15,0 0-31,0 0 0,0 0 0,43 0 16,-43 22-1,0-22-15,0 0 16,0 0-16,0 0 16,0 22-1,22-22 1,-22 0-1,0 22-15,0-22 16,0 0 0,0 44-16,0-22 15,0-22 1,-22 22-16,66-22 16,-45 0-1,1 22-15,0 0 16,0 0-1,0-22 1,-22 22 0,22-22-16,22 22 15,-22-22 1,0 44-16,0-44 16,-22 22-1,22-22 16,0 0-31,0 0 32,0 0-17,22 0 1,-22 0 15,-22 21-15,22-21-1,0 0 1,-22 22-16,22-22 16,0 0-1,-22 22-15,21-22 16,-21 22 15,44-22-15,-22 0-1,-22 22-15,22-22 16,-22 22 0,22-22-1,0 0 17,0 22-17,-22 0 16,22 0 16,0 0-15,22 0-1,-22-22 16,0 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44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27508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5-28T01:37:48.8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12754 7133 0,'-131'154'235,"-67"-66"-235,88 65 15,23-65-15,-23-44 0,66 0 16,22-22-16,0-22 16,22 22-1,-22-22 17</inkml:trace>
  <inkml:trace contextRef="#ctx0" brushRef="#br0" timeOffset="1899.59">12754 7331 0,'22'22'234,"-22"0"-218,0-1-1,0 1 1,0 0-1,0 0 1,22-22 15,-22 22-15,22 0 0,-22 0 30,22-22-46,-22 22 16,0 0 0,22-22-1,-22 22 1,22-22 0,-22 22-1,0 0 32,0 0 31,0 22-47,22-44-15,-22 22 15,0 0-31,0 0 47,0 0 16</inkml:trace>
  <inkml:trace contextRef="#ctx0" brushRef="#br0" timeOffset="3666.69">12271 7462 0,'22'0'250,"0"0"-234,0 0-16,0 0 15,22 0-15,-44 22 16,44-22 0,-22 0-16,0 22 0,0-22 0,22 0 15,-44 22-15,22-22 16,0 0 0,22 22-16,-22-22 15,0 0 1,0 0-16,-22 22 0,22-22 31,-22 22-15,21-22-16,1 0 31,0 0-31,22 0 31,-22 44-15,0-44-1,0 0 64,0 0-48</inkml:trace>
  <inkml:trace contextRef="#ctx0" brushRef="#br0" timeOffset="5441.76">14906 9130 0,'0'22'234,"-22"0"-234,22 22 16,0 0-16,0-22 16,-22 44-16,22-44 0,0 0 15,0 22-15,-22-22 16,22 21-16,0 1 15,0 0-15,0-22 16,0 0-16,0 0 16,0 0-1,0 0 1,0 22 0,0-22 15,0 0-16,0 0 1,0 0 0,0 0 31</inkml:trace>
  <inkml:trace contextRef="#ctx0" brushRef="#br0" timeOffset="8487.87">14994 9262 0,'22'0'344,"0"0"-344,-22 22 31,22-22-31,-22 22 16,0 0-1,0 0 1,22 0 0,-22 0-1,21 22-15,-21-22 16,0-1 0,22-21-1,-22 22-15,0 0 31,0 0-15,44-22 0,-44 22-1,0 0 1,0 22 0,0-22-1,-22-22 48,22 22-48,-22-22 1,0 22 0,1-22 15,21 22-16,-22-22-15,0 0 16,0 0 0,0 0-1,0 0 1,0 0 0,0 0 30,0 0-14,22-22-1,-22 22-15,44 0 77,0 0-77,0 0 0,0 0-1,0 0-15,0 0 16,0 0-16,0 22 15,-22 0 1,22-22 0,-1 22-1,1-22 1,-22 22 15,44-22-31,-44 22 31,0 0 1,0 0-1,0-1 0,0 1 0,0 0 1,0 0 15,-22-22-16,22 22 0,-22-22-31,0 0 47,1 0-16,-1 0 47,22-22 32,0 0-32</inkml:trace>
  <inkml:trace contextRef="#ctx0" brushRef="#br0" timeOffset="12285.6">11130 9438 0,'22'0'234,"22"0"-234,0 22 16,0-22-16,0 0 15,-44 21-15,21-21 16,1 0-16,0 0 16,-22 22-16,22-22 15,0 0 1,0 0 0,22 0 15,-22 0 0,-22 22-31,22-22 16,0 0-1,0 0 1,0 0 0,0 0 15,0 0 16,22 0-16,-22 0 47,0 0 156,-22 22-109,22-22-109,0 0 0,21 0-16,23 0 15,-44 22-15,0-22 16,0 0-16,0 0 16,0 0 30</inkml:trace>
  <inkml:trace contextRef="#ctx0" brushRef="#br0" timeOffset="15221.74">10932 8713 0,'-66'0'218,"-21"0"-202,-1 0-16,22 0 16,-22 22-16,0 0 0,23-22 15,-23 22 1,44 0-16,-22-22 0,22 22 16,22-22-1,0 22-15,0-22 0,22 22 31,-22-22-31,-22 0 16,44 44 0,-22-44-16,22 22 15,0 0 1,-22-22-16,22 22 16,-22-22-1,22 22-15,0 0 16,0 0-1,-22-22-15,22 21 0,0 23 16,0-22 15,0 0-31,0 0 16,0 0 15,0 0-15,0 0-1,0 22 1,0-22 0,0 0-1,0 0-15,0 0 16,0 0 15,0 0-15,0 0-1,0 21 17,0-21-17,22-22 1,-22 22 0,22-22-1,0 0 16,-22 22-15,44-22 0,-44 22 15,22-22-31,0 0 31,0 22-15,0-22-1,0 0 1,0 0-16,0 0 16,0 0-1,0 0-15,0 0 0,0 0 16,0 0 0,0 0-16,0 0 31,0 0-16,21 0 1,-21 0-16,0 0 31,0 0-15,0 0 31,0 0-32,0 0 1,0 0 0,22 0-1,-22 0 32,0 0-31,0 0-1,0 0 1,0 0 15,0 0 1,0 0 46,0 0-31,-22-22-32,22 22 16,0 0-15,-22-22 93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44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27508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5-28T01:43:02.4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6147 7835 0,'263'-22'219,"132"22"-204,44 0-15,-44 22 16,44-22-16,44 0 16,-131 22-16,-1-22 0,-132 0 15,1 0 1,-44 0-16,-45 0 16,45 0-16,-22 0 0,-23 0 15,1 0-15,0 0 0,-1 0 16,1 0-16,22 0 15,22 0-15,-45 0 16,133-44-16,21 44 16,-22-21-16,-43 21 0,-44-44 15,21 22 1,-65 22-16,-66 0 0,66-22 16,-67 22-16,23 0 15,0-22-15,-22 22 16,44 0-16,21 0 15,-21-22-15,22 22 0,0 0 16,-45 0-16,23-44 16,22 44-1,-66 0-15,44 0 0,-23 0 16,45 0 0,22 0-16,-23-44 0,45 44 15,-22 0-15,21 0 16,-109 0-16,110 0 0,-110 22 15,65-22 1,-65 0-16,44 0 0,-22 0 16,22 0-16,21 22 0,1-22 15,-66 0 1,66 0-16,-23 22 0,-21-22 16,-22 0-16,22 0 15,-22 22-15,-22-22 0,0 0 16,-22 0-16,-1 0 15,67 22-15,-66-22 32,44 0-32,0 0 0,44 0 15,-66 0 1,22 0-16,65 0 16,-43 0-16,22 0 0,-22 0 0,-23 0 15,45 0 1,-44 44-16,0-44 15,-22 0-15,66 22 16,-66-22-16,21 0 0,1 0 16,22 22-16,-22-22 15,-22 0-15,88 22 0,-89-22 32,23 0-32,0 21 0,22-21 15,-66 0-15,22 0 16,44 22-16,-66-22 15,0 0 1,21 0-16,-21 0 16,0 0-16,0 0 15,0 0 17,0 0-17,0 0 16,0 0 1,0 0-1,0 0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44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27508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5-28T01:43:55.7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13172 9591 0,'65'0'328,"-21"0"-313,0 0-15,66 0 0,-66 0 16,0 0-16,22 0 16,22 0-16,-45 0 15,23 0-15,22 0 16,-44 0-16,22 0 0,-22 0 16,22 0-16,-1 0 15,-21 0-15,0 0 16,44 44-16,-44-44 15,0 0-15,44 0 16,-22 0-16,-44 0 0,0 0 16,-1 0-16,1 0 15,0 0-15,0 0 16,22 0 0,-22 0-1,0 0 16,0 0-15,0 0 0,0 0 15,0 0-31,0 0 47,22 0-47,-22 0 15,-22 22-15,22-22 16,0 0-16,0 0 31,0 0 1,0 0-17,-1 0 1,23 0 15,-22 0 16,-22 22-31,22-22 46,0 0-31,0 0 1,0 0-1,0 0 16,0 0 0,0 0-16,-44 0 31</inkml:trace>
  <inkml:trace contextRef="#ctx0" brushRef="#br0" timeOffset="3801.75">9593 6870 0,'44'0'328,"0"0"-328,0 0 15,66 0 1,-88 0 0,0 0-16,0 0 15,-1 0-15,1 0 16,0 0 0,0 0-1,0 0 16,0 0 1,0 0 15,0 0-16,0 0 0,0 0 47,22 0-62,-22 0 15,0-22-15,0 22 15,0 0 16,0 0 15</inkml:trace>
  <inkml:trace contextRef="#ctx0" brushRef="#br0" timeOffset="32376.73">9747 1624 0,'307'-43'219,"176"-45"-219,-44 44 16,-44-22-16,-21 22 15,-67-22-15,-88 44 16,-65 0-16,-66-22 15,-44 44-15,-22 0 16,0-21 0,-44 21 156,0 0-126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44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27508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5-28T01:45:33.5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6388 4499 0,'0'154'218,"44"109"-202,-44 45-16,22-1 0,22 22 16,-44 0-16,0-131 15,22 65-15,-22-131 16,44 87-16,-44-65 16,0-22-16,22 43 15,-22-65-15,43 88 0,-43-111 16,22 89-16,-22-66 15,0 43-15,0 1 16,0 65-16,66-43 16,-66 43-16,0 45 15,0-1 1,22 22-16,-22-109 16,0 87-16,44-43 0,-44-88 0,22 109 31,-22-153-31,0 43 15,0-87-15,0 0 16,0-22-16,0 44 16,0-44-16,0 0 31,0 0-15,0 22-16,0-22 15,0 22-15,0 43 16,0-43-16,0 22 0,-22 44 15,0 0-15,22 21 16,-66-21-16,66-44 16,-22 22-16,22-1 15,-22-21-15,22 0 16,0-22-16,0 0 16,0-22-16,0 0 15,0 0-15,0 44 31,0-22-31,0-1 16,0-21-16,0 22 16,0 0-16,0-22 15,0 0-15,0 0 47</inkml:trace>
  <inkml:trace contextRef="#ctx0" brushRef="#br0" timeOffset="2754.87">5115 4039 0,'44'43'219,"21"1"-204,45 110-15,-22-88 0,-22 22 0,0-44 16,-22 21-16,-22-43 16,0 0-1,0 0-15,-1 0 16,1-22 0,0 0-16,0 0 0,22 0 15,-22-44 1,44-65-1,-22-1 1,-22 44-16,-22-22 16,0 0-16,22 23 15,-22-1-15,0 22 0,0-22 16,0 44-16,0-44 16,0 44-16,0 0 15,0 0 1,-22 22-1,0 0 32,22 44-31,0 66 0,-22-44-16,22 65 15,-22 1-15,22 44 16,0-23-16,-44 23 0,44-66 15,0 21-15,-22-43 16,22-44-16,0 22 16,-44-22-16,44-22 15,0 22-15,0 0 16,-22 21-16,22 23 16,-22-44-16,22 44 15,-22-44-15,0 22 0,1-23 16,-1-21-16,0 22 15,0-22-15,22 0 16,-44 0 0,22-22-16,0 0 15,0 0 1,22-22 0,-22-66-16,44 45 15,-22-23-15,22-44 16,0 44-16,0 44 15,-22-22-15,44 22 16,-44 0-16,0 0 16,22 22-1,0 0 48,0 0-16,-1 0-16,1 0 0,0 0 16,22 0 31,-22 0-62,0 0-1,0 0 17,0 0-32,0 0 0,0 0 31,0 0-15,22 0-1,-22 0 32,0 0-16</inkml:trace>
  <inkml:trace contextRef="#ctx0" brushRef="#br0" timeOffset="4287.7">6498 3995 0,'197'-66'187,"111"0"-187,-23 22 16,-65-22-16,-67 44 15,-21-44-15,-88 66 16,0 0-16,-22 0 16,-44 0 46,22 22-46</inkml:trace>
  <inkml:trace contextRef="#ctx0" brushRef="#br0" timeOffset="6345.43">6915 4390 0,'44'0'234,"0"-22"-234,-22 0 16,22 0 0,-1 22-16,-43-22 0,22 22 15,0 0 17,0-22-17,0 22 16,0 0-15,0 0 31,0-22-31,22 22 15,-22 0 16,0 0 31,0-44-63,22 44 17,-44-22-32,22 22 15,0 0 1,-22-22 0,44 22-1,-22 0 16</inkml:trace>
  <inkml:trace contextRef="#ctx0" brushRef="#br0" timeOffset="8188.89">8649 3534 0,'0'66'235,"22"43"-235,0 1 31,-22-44-31,22-22 0,-22-22 16,0 0-16,0 0 31,0 0-31,0 0 31,0 0 16,0-1-16,0 1 47,0 0 47,0 22-62,0 0-47,0 0-1,44 22-15,-44 0 16,0-22-16,0 0 15,0-1-15,0-21 16,0 0-16,0 22 16,0-22-16,0 0 31,0 0 0,0 0 0</inkml:trace>
  <inkml:trace contextRef="#ctx0" brushRef="#br0" timeOffset="10701.17">8737 3578 0,'44'-22'219,"22"0"-219,65 0 16,-43 22-16,-22 0 15,-22 0 1,44 0-16,-44 0 0,-22 0 16,22 0-16,-22 0 0,0 0 31,0 0-15,-1 22-1,1 0 16,0-22-15,-22 22 0,22-22-1,-22 22-15,22-22 16,-22 22 0,0 0-16,22-1 15,-22 1 16,44 0-15,-44 0 0,0 0-1,-22-22-15,22 22 16,0 0 0,-22 0-1,22 0-15,-44 22 16,22-22-16,-22 0 15,-21 22-15,43-44 0,0 22 16,0 0-16,-22 0 16,22-22-16,22 22 15,-66-1 1,44-21-16,0 22 16,0-22-16,0 0 0,0 44 0,0-44 15,0 0 1,0 0-16,-43 0 15,21 22-15,0-22 16,0 0-16,0 22 16,-22 0-16,22-22 0,-66 22 15,45 0-15,21 0 16,0 0-16,-22-22 16,44 22-16,0-22 15,0 0 1,22 44-16,-22-44 15,0 0 32,22-22-47,0 0 47,0 0-16</inkml:trace>
  <inkml:trace contextRef="#ctx0" brushRef="#br0" timeOffset="103740.49">10164 7550 0,'0'110'219,"0"65"-203,0-65-16,0 22 0,0-88 15,0 22 1,0-44-16,0-1 0,0 23 15,0-22 17,0 0-1,0 0 0,0 0 16,0 0-16</inkml:trace>
  <inkml:trace contextRef="#ctx0" brushRef="#br0" timeOffset="105169.12">8649 8252 0,'0'88'234,"0"44"-234,0-22 16,0-45-16,0 1 16,0-22-16,0-22 15,0 0 1,0 0-1,0 0 1</inkml:trace>
  <inkml:trace contextRef="#ctx0" brushRef="#br0" timeOffset="106349.45">8781 8340 0,'0'44'250,"0"0"-234,0 22-16,0 22 0,0 21 0,0 23 15,0-66 1,0 0-16,0 65 0,0-65 16,0 22-16,0-22 15,0-44-15,0 0 0,0 0 16,0 0 15,0 0-15,0 0 15</inkml:trace>
  <inkml:trace contextRef="#ctx0" brushRef="#br0" timeOffset="108317.46">8649 8384 0,'66'0'234,"-22"-22"-218,0 22-1,22 0-15,0 0 0,-44 0 16,21 0-16,1 0 15,0 0-15,-22 0 16,0 0 15,0 0-15,0 0 15,0 0 16,-22-22-47</inkml:trace>
  <inkml:trace contextRef="#ctx0" brushRef="#br0" timeOffset="110434.35">8408 8999 0,'22'0'219,"0"-22"-204,0 22 1,0 0-16,-1 0 47,1 0-31,22 0-1,-22 0 1,22 0-1,0 0 1,0 0 0,0 0-1,-22 0-15,0 0 16,0 0-16,0 0 47,0 0-32,0 0 1,0 0 15,21 0 16,-21 0-16,0 0 94</inkml:trace>
  <inkml:trace contextRef="#ctx0" brushRef="#br0" timeOffset="158954.53">15367 9613 0,'0'22'235,"0"22"-220,-22 0-15,22 44 16,0-44-16,0-1 16,0 1-16,0-22 0,0 0 15,0 22 1,0-22 15,0 0-15,0 22-1,0 22-15,0 0 16,0 21-16,0-21 16,0-44-16,0 44 15,0-22-15,0-22 16,0 0 15,0 0-31,0 0 16,0 22 31,0-22 15,0-1-31,0 1 1,0 0 15,0 0-16,0 0 16,0 0 31,0 22-31,0-22-16,0 0 16,0 0-16,0 0 32</inkml:trace>
  <inkml:trace contextRef="#ctx0" brushRef="#br0" timeOffset="161464.19">11108 9481 0,'0'66'235,"0"44"-220,-22 22-15,22-45 0,0 23 16,0-44-16,0-22 16,0-22-16,0 0 15,0 22 1,0-22 15,0 0-15,0 0 15,0 0 16,0-1-16,0 1 0,0 22 16,0-22-16,0 0 1,0 0-17,22 0 1,-22 0 0,22 22-1,-22 66-15,0-66 16,22-22-16,-22 21 15,0 1 1,0-22 0,0 0-1,0 0 1,0 0 31,0 0 15,0 0-30,0 0 14,0 22 1,0-22-15,0 0-1,22-22-16,0 0 48</inkml:trace>
  <inkml:trace contextRef="#ctx0" brushRef="#br0" timeOffset="163424.67">13830 11435 0,'22'0'250,"0"0"-250,22 0 15,22 0-15,0 0 16,0 0-16,21 0 0,1 0 16,-22 0-16,44 0 15,44 0-15,-45-44 16,23 44-16,-66 0 16,22 0-16,-22 0 15,-45 0-15,1 0 31,0 0-15,0 0 0,0 0 15,0 0 16,0 0 15,-22 22 48</inkml:trace>
  <inkml:trace contextRef="#ctx0" brushRef="#br0" timeOffset="165809.9">11415 11347 0,'44'0'250,"22"0"-250,44 0 16,-22 0-16,21 0 15,45 0-15,-88 0 0,66 0 16,-88 0 0,43 0-16,-43 0 15,-22 0-15,0 0 16,0 0 15,0 0-15,0 0 46,0 0-30,0 0 14,22 0 111,-22 0-110,0 0-16</inkml:trace>
  <inkml:trace contextRef="#ctx0" brushRef="#br0" timeOffset="167463.31">11810 11632 0,'22'0'234,"0"22"-234,0-22 16,0 0-1,0 0 1,0 0 0,0 0 15,22 0 0</inkml:trace>
  <inkml:trace contextRef="#ctx0" brushRef="#br0" timeOffset="168943.36">14269 11874 0,'44'0'250,"0"0"-234,-22 0-16,22 0 15,44 0-15,-22 0 16,-22 0-16,43 0 16,-43 0-16,0 0 0,0 0 15,-22 0 1,0 0-16,22 0 31</inkml:trace>
  <inkml:trace contextRef="#ctx0" brushRef="#br0" timeOffset="170758.18">14621 11676 0,'0'22'282,"0"0"-282,0 0 15,0 0 1,0 0-16,0 22 31,0-22 0,0 0 1,0 0 14,0 0-14,0 0 15,0-1-32,0 1 1,0 22-1,0-22 1,0 0 0,21-22-1,-21 22-15,0 0 16,0 0-16,0 0 16,0 22-16,0 0 15,0-22 1,22 0-16,-22 0 15,0 0 1,0 0 0,22-22 46</inkml:trace>
  <inkml:trace contextRef="#ctx0" brushRef="#br0" timeOffset="-212580.29">13106 9481 0,'44'0'250,"21"-21"-250,-21 21 0,44 21 31,0-21-31,0 0 0,0 0 0,21 22 16,1-22-16,-88 0 16,66 0-16,-66 0 15,0 0-15,22 0 16,-22 0 0,0 0 15,0 0 0,-22 22-15,44-22-16,-1 0 0,1 0 15,-22 0-15,0 0 16,0 0-16,0 0 16,0 0-1,0 0 16,0 0-15,-22 22-16,44-22 16,-22 0-1,0 0 17,0 0 14,0 0-14,0 0-17,0 0 1,0 0 15,-22 22-15,22-22-16,0 0 31,-1 0-15,1 0 15,0 0-15,0 0-1,0 0 1,-22 22-16,22-22 78,22 0-47,-22 0-15,0 22-16,22-22 15,-22 0-15,0 0 0,0 0 16,22 0-16,-22 22 16,0-22-16,0 0 31,0 0 16,-1 0-16,1 0 16,0 0-16,0 0 125,22 0-31,-22 0 32,0 0-126,0 0 47,0 0 94</inkml:trace>
  <inkml:trace contextRef="#ctx0" brushRef="#br0" timeOffset="-209105.66">14181 9108 0,'0'66'235,"-22"22"-235,-21 66 15,21-89-15,0 67 16,22-88-16,-22 0 15,22-22-15,0 0 0,-22 0 16,22 22 0,-22-44-1,22 22 1,-44-22 31,22 0-32,-44 0-15,22-44 16,-66 0-16,67 0 16,-1 22-16,22 0 15,0 0-15,-22-22 16,0-22-16,44 44 16,-22 0-16,22-21 15,0 21-15,44-44 16,-44 44-1,44-22-15,-22 22 16,0-22-16,22 22 0,-22 22 0,-22-22 31,43 22-31,-43-22 0,22 22 16,0 0 15,-22-22-31,22 22 0,0 0 16,0 0 15,0 0-31,0 0 16,22 0-16,-22 22 15,0-22-15,0 0 32,0 0-17,0 0 16,0 0-31,0 0 32,0 0-1,43 0-15,111-22-1,-22 0-15,-66 0 0,21 0 16,-43 22-1,22-21-15,-66 21 32,-22-22-17,22 22-15,-44 0 78,-22 0 47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44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27508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05-28T01:53:29.1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14401 8428 0</inkml:trace>
  <inkml:trace contextRef="#ctx0" brushRef="#br0" timeOffset="222.79">14401 8428 0</inkml:trace>
  <inkml:trace contextRef="#ctx0" brushRef="#br0" timeOffset="2553.73">14401 8362 0,'0'44'219,"-44"66"-204,44-22-15,0-45 0,-22 1 16,22-22-16,0 22 16,0 0-1,0 0 1,0-22-16,0 22 15,-22 0-15,22 44 16,0-67-16,0 1 16,0 0-16,0 0 15,0 0-15,0 0 16,0 0 0,0 22-1,0-22 1,0 0-16,0 0 15,0 0-15,0 0 0,0 0 16,0 22 15,0-22-15,0 0 0,0-1-1,0 23-15,0 0 16,0 22-16,0-44 15,0 0 1,0 0-16,0 0 16,0 0 15,0 0-31,0 0 47,0 22 15,0 21-62,0-21 0,0 44 16,0-22 0,0-22-16,0-22 0,0 0 31,0 0-31,0 0 15,0 22-15,0-23 32,0 1 15,0 0-1,0 0-30,0 0-16,0 0 31,22-22-15,-22 22-16,0 0 31,0 0-15,0 0 15,0 0 0,0 22-15,0-22 0,22 0-16,-22 22 15,0-22 1,0 0-16,0-1 15,0 1 1,0 0 31,0 0 0,0 0-16,0 22 0,0-22 1,0 0 14</inkml:trace>
  <inkml:trace contextRef="#ctx0" brushRef="#br0" timeOffset="4116.05">14379 11193 0,'0'22'313,"0"0"-313,-22 0 16,22 0-16,0 0 15,0 22-15,-22 0 16,22-22-16,0 0 0,0 0 15,0 0 1,0 0 15,0 0 1,0-1 14,0 23-14</inkml:trace>
  <inkml:trace contextRef="#ctx0" brushRef="#br0" timeOffset="7129.28">12842 11435 0,'-22'22'235,"-22"0"-235,1 0 0,21 0 15,0-22-15,0 21 16,-22-21 0,44 22-16,0 0 31,0 22 0,0-22 0,0 0-15,22-22 0,-22 22 15,22-22-31,-22 22 31,22-22-15,-22 22-1,22-22 1,-22 22 0,22-22-1,-1 0 32,1 0 16,0 0-17,0 0-14,0 0-1,0 0 16,-22-22-32,22 22 1,-22-22 15,0 0 1,22 0 14,-22 0-30,0-22 0,0 22 15,0 0 0,0 0 47,-22 22-46,22-21-17,-22 21 1,0 0 15,0 0 16</inkml:trace>
  <inkml:trace contextRef="#ctx0" brushRef="#br0" timeOffset="9986.61">11657 8296 0,'44'0'250,"0"0"-234,0 0-16,21 22 15,-43-22-15,0 0 16,0 22-16,0-22 16,0 0-1,0 0 16,0 0-15,0 0 0,0 22-1,0-22-15,0 0 0,0 0 16,22 0-16,-22 22 16,22-22-1,-22 0-15,-1 0 16,1 0-1,0 0 1,-22 22 0,22-22-1,0 0 17,0 0-1,22 22-16,-22-22 1,0 0-16,0 0 31,0 0 1,0 0-1,0 0 0,0 0 0,22 0 16,-22 0 63,0 0-64,-22-22-46,22 22 32</inkml:trace>
  <inkml:trace contextRef="#ctx0" brushRef="#br0" timeOffset="13128.31">11701 8296 0,'-22'88'234,"0"-22"-234,22 44 16,0-66-16,-22-44 16,22 22-16,0-1 0,0 1 15,0 0 1,0 22 15,0-22-15,-22 22-16,22 44 15,-22 0-15,-22-1 0,22-21 16,22 22-16,-22-44 16,22 0-16,-44-22 15,44 0-15,0 0 0,0 22 16,0-22-1,0 0 17,0-1 15,-22 45-32,22 44-15,0-44 16,0-22-16,-22 0 15,22 21-15,0-43 16,0 0-16,0 0 0,0 0 31,0 0 1,0 22-17,-22 22-15,22-44 16,0 22-16,0-22 0,0 0 15,0 0 17,0 0-17,0 21 17,0-21-1,0 0 31,0 0 1,0 0-1,0 0-30,0 0 14,0 0-14,0 22-1,0-22 16,0 0-47,0 0 15,0 0 17,0 0-1,0 0 0,0 22 63,0-22-78,0-1-1,0 1 1,0 0-1,0 0 1,0 0 15,0 0 1,0 22-1,0-22 16,0 0-16</inkml:trace>
  <inkml:trace contextRef="#ctx0" brushRef="#br0" timeOffset="23131.35">10845 11237 0,'43'0'297,"67"0"-297,44 0 16,-44 0-16,-23 0 15,-21 0-15,-22 0 16,0 0-16,0 0 0,-22 0 15,0 0 1,0 0 15</inkml:trace>
  <inkml:trace contextRef="#ctx0" brushRef="#br0" timeOffset="24869.85">11920 11127 0,'0'22'359,"0"22"-359,0 0 16,0 44-16,22-22 15,-22-44-15,0 22 16,0-22-16,22 22 16,-22-23-1,0 1 1,0 0 0,0 0 15,0 0 31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db13e22b57_0_6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db13e22b57_0_6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351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0386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D2BFB60D-4BEF-292F-7507-DA42EF59B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0A250773-99CA-9BB6-B7A3-EB90593A97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7760A582-6C67-AD6D-287B-847D374EF5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86905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487D61CC-2EBD-DD21-8F27-0433065ED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85AD0C0C-E8E6-894B-302D-C36C09DC66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33FFFF85-7F6E-FEAB-F7A7-FFC41CE20C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01648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8C6C0384-39EB-2372-5538-7F3252C01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21CB1F3F-9793-BFF4-2D62-512848B3F9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8C82EE10-1975-6972-4C03-4DDA27ACB1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95943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3F4C7169-A62F-5362-9489-9CDCF2546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22AA8F3A-332C-F54E-0D2D-49BD9BAFFE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2A8D71F6-33EE-CD0B-D4F0-80A0B8D96F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51145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B13872A0-B895-2218-1119-6D0EAB8E4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32936145-FF42-C099-3D9E-B566D9AFE0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C008FC46-03E4-EA79-A51E-793C636533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31813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D7909D35-33EB-888E-FB69-6CE731A5A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310BC69C-2DA3-6111-CB08-6EB01CD333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81ACF5A4-64EB-3186-211F-1D0C470810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45149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1AB19F58-0DD7-B7E6-C812-00C91D7C7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91C6CD71-AC16-A3D5-7807-2CC02411DA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3EF61169-EB8F-0B52-2B03-43EA15FAE2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49307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26852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B3AEBE93-3092-D576-6EFC-2C0EA2D6B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8E9EBD64-9FE1-6255-1BB0-DBE0C47A80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39DC287B-383E-FC2C-7E6E-5ABCF366D2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65193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F931EA8A-622E-915E-AEB8-6767BE919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27C826A0-5116-F77D-307A-20D8466FA2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63FA8B03-7308-E8A8-9823-AF3E16346D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42799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18790E3C-B020-F4E6-34A7-1DCAB12EA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A1497510-C0AB-14B5-6E0E-9D6337B6EC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FF1F04F5-FA32-4297-2814-C9E69989B2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40811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3B7F6842-3AA9-7C89-AD87-5395A7F08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104418AB-7E81-9243-A5E8-9A1B6A851A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1D53B06C-BF8D-A1B2-D130-B912071310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63285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3074A516-F951-F6FC-0C71-48372DB4C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27CDF9F1-43D0-ADC8-B69A-3F573CA4F3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A5846ABA-0096-9063-99D2-7E6D1E1C53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17699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5DD1C5DD-8EF6-1049-76B8-B8578BADD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808F3623-41B6-62F6-BDB9-2E99F86266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8B25F53A-BE2F-323F-4BDA-62F9F28ABD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17473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9DC71726-B14E-C2FE-363E-928656E5F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711A24AA-C72D-9CA0-7B00-A86D800294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43F83967-A5C5-1F72-1705-DD8141CD28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33810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6EA4E4E4-29DD-AC02-E0CE-B2F5E7479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4BAB8E61-FE31-7779-883A-50DA3A9EC5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C44537C0-0DB0-8C3C-EF23-63C2C544AF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44187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564BC7DC-74EF-FBA6-7423-D0AF0957C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C07C2B9A-56EF-D2D3-A43F-896AD7BBEC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9B0A3D79-5213-8D49-057B-16FF098725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65913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CC5A2BDB-FD7F-1367-2C6A-ADE49738D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1EC8DB23-C000-EC90-F656-A79EBC714E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D074A017-258A-A9CF-E59B-CDD26AEFCB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51012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8B201954-3C5E-49C7-779D-67D1B4447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31EA455A-650C-2BBD-A878-6C76F35392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AE087F7E-26B3-068F-3E98-B14A43BBFD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02685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BD97FAF7-6A4A-10C6-1986-12EAAAF63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1CAE1E86-B337-497A-ACAF-87F92AAACC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99BDB0A7-EACB-341E-66C4-EE07EBDC9B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15385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7B027F0B-4642-FBFE-A141-62C1C0263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D4A50EE9-C77D-D0A4-1304-291142C09B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AE96BB91-8947-8D7F-4DAA-0613CDF187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50801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F5689D19-5E77-BD5C-385B-00C9269A2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AD7E8180-2F4A-A7A2-0215-B88691FECD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C4FBAE77-1DFA-F2AF-CD82-B326D40898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64955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583AC8CD-A977-4830-FC37-04C512037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767F020A-B930-F478-46CF-68F4318DFC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BC221628-D89D-067A-A122-AD190DA917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50377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ACD96BE3-AFAE-0440-3401-D55030797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6F52D7D8-5840-3962-6C0F-C52FAFDB3A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03BB5D3E-243A-CF44-C19F-226CA18AC9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88620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B7156190-DF4A-D232-2F96-4FEED33F3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918E3635-9BD2-0C05-DCE1-0EF629A76E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E6FE5EE8-B319-B402-3FDF-D175138AF9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75143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A5CFDB96-E4E1-D781-16F5-BD0ACA5D4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36C9019F-3931-4AC7-F112-7183D427F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1E48764F-AADC-9BA2-0D90-26CCACA890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05665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F8D7C517-B165-6230-4161-A6D690B5B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61D549EC-1EF3-4F31-1147-2F3E86A951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1A1C307E-767C-69B1-4137-D00B06CDB0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68171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58C43A4C-F684-8207-69D9-EFDD8282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463CBD5B-67D1-3CE1-A408-7595FA6998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D1416559-514B-5F1D-F09D-758E9AC38D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981768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0D3A1748-9BDB-81AB-532C-ACF72AF59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F717EA2C-1A94-A61E-EB8F-844BBDEF83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6ECD0D2E-CC2C-5F5E-A20F-159937A44D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587948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F1BE0B6F-4B04-D66A-F8D3-EA8018808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279A5DD3-7051-CABF-6DC8-88AE8037EB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46F7A8AA-ABD1-28C2-F8CF-DC22308B78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787791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F55D2BD3-C251-7C7A-EAC5-7EEE6EEA6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28981C1F-F8FE-C4FA-D27D-2E3F4E4C94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066698B9-0870-14F2-A88F-925883E1CD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469210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78ABD3A3-4EBA-429F-B1E9-240E74012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73657D66-84D8-7B8A-6C6F-D99B66310D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98CAABAE-EF1C-8966-A18E-20213937D4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307694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6E56AAFE-E301-4C2F-560C-6A88341E5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24F938F0-B797-0531-6EA8-FE29D1A0F6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68103017-0B18-7770-EB54-1BA1DA17DD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741527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31166158-90B8-6E5A-C9EE-192EB7850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>
            <a:extLst>
              <a:ext uri="{FF2B5EF4-FFF2-40B4-BE49-F238E27FC236}">
                <a16:creationId xmlns:a16="http://schemas.microsoft.com/office/drawing/2014/main" id="{3B0BBF00-F98D-0A21-7E7C-EE8B71FAD7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>
            <a:extLst>
              <a:ext uri="{FF2B5EF4-FFF2-40B4-BE49-F238E27FC236}">
                <a16:creationId xmlns:a16="http://schemas.microsoft.com/office/drawing/2014/main" id="{2F7FD835-F081-F821-7F1B-DB9F380199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751613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994880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6" name="Google Shape;3086;gd6846a9aa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7" name="Google Shape;3087;gd6846a9aa0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937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" y="-13"/>
            <a:ext cx="9143827" cy="514352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 rot="-696">
            <a:off x="2129625" y="1407653"/>
            <a:ext cx="4448400" cy="174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 rot="232">
            <a:off x="2133920" y="3148973"/>
            <a:ext cx="4439700" cy="51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-12" y="-12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/>
          <p:nvPr/>
        </p:nvSpPr>
        <p:spPr>
          <a:xfrm>
            <a:off x="165888" y="402338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165888" y="1084921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165888" y="1767504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65888" y="2450088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165888" y="3132671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165888" y="3815254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165875" y="4497838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8251775" y="-48150"/>
            <a:ext cx="356100" cy="5239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9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25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-12" y="-12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5"/>
          <p:cNvSpPr/>
          <p:nvPr/>
        </p:nvSpPr>
        <p:spPr>
          <a:xfrm>
            <a:off x="531848" y="234173"/>
            <a:ext cx="8020500" cy="4739100"/>
          </a:xfrm>
          <a:prstGeom prst="roundRect">
            <a:avLst>
              <a:gd name="adj" fmla="val 203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25"/>
          <p:cNvSpPr/>
          <p:nvPr/>
        </p:nvSpPr>
        <p:spPr>
          <a:xfrm>
            <a:off x="579100" y="205225"/>
            <a:ext cx="8020500" cy="4739100"/>
          </a:xfrm>
          <a:prstGeom prst="roundRect">
            <a:avLst>
              <a:gd name="adj" fmla="val 203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25"/>
          <p:cNvSpPr txBox="1">
            <a:spLocks noGrp="1"/>
          </p:cNvSpPr>
          <p:nvPr>
            <p:ph type="body" idx="1"/>
          </p:nvPr>
        </p:nvSpPr>
        <p:spPr>
          <a:xfrm>
            <a:off x="2248325" y="1882575"/>
            <a:ext cx="4647300" cy="212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>
            <a:endParaRPr/>
          </a:p>
        </p:txBody>
      </p:sp>
      <p:sp>
        <p:nvSpPr>
          <p:cNvPr id="357" name="Google Shape;357;p25"/>
          <p:cNvSpPr/>
          <p:nvPr/>
        </p:nvSpPr>
        <p:spPr>
          <a:xfrm>
            <a:off x="165888" y="402338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25"/>
          <p:cNvSpPr/>
          <p:nvPr/>
        </p:nvSpPr>
        <p:spPr>
          <a:xfrm>
            <a:off x="165888" y="1084921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25"/>
          <p:cNvSpPr/>
          <p:nvPr/>
        </p:nvSpPr>
        <p:spPr>
          <a:xfrm>
            <a:off x="165888" y="1767504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25"/>
          <p:cNvSpPr/>
          <p:nvPr/>
        </p:nvSpPr>
        <p:spPr>
          <a:xfrm>
            <a:off x="165888" y="2450088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25"/>
          <p:cNvSpPr/>
          <p:nvPr/>
        </p:nvSpPr>
        <p:spPr>
          <a:xfrm>
            <a:off x="165888" y="3132671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25"/>
          <p:cNvSpPr/>
          <p:nvPr/>
        </p:nvSpPr>
        <p:spPr>
          <a:xfrm>
            <a:off x="165888" y="3815254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25"/>
          <p:cNvSpPr/>
          <p:nvPr/>
        </p:nvSpPr>
        <p:spPr>
          <a:xfrm>
            <a:off x="165875" y="4497838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25"/>
          <p:cNvSpPr txBox="1">
            <a:spLocks noGrp="1"/>
          </p:cNvSpPr>
          <p:nvPr>
            <p:ph type="title"/>
          </p:nvPr>
        </p:nvSpPr>
        <p:spPr>
          <a:xfrm>
            <a:off x="2998925" y="535650"/>
            <a:ext cx="3146100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"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Google Shape;461;p33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2" name="Google Shape;462;p33"/>
          <p:cNvGrpSpPr/>
          <p:nvPr/>
        </p:nvGrpSpPr>
        <p:grpSpPr>
          <a:xfrm>
            <a:off x="2096377" y="1118525"/>
            <a:ext cx="4472281" cy="3677588"/>
            <a:chOff x="2096377" y="1118525"/>
            <a:chExt cx="4472281" cy="3677588"/>
          </a:xfrm>
        </p:grpSpPr>
        <p:sp>
          <p:nvSpPr>
            <p:cNvPr id="463" name="Google Shape;463;p33"/>
            <p:cNvSpPr/>
            <p:nvPr/>
          </p:nvSpPr>
          <p:spPr>
            <a:xfrm>
              <a:off x="2096377" y="1143006"/>
              <a:ext cx="4426057" cy="3653107"/>
            </a:xfrm>
            <a:custGeom>
              <a:avLst/>
              <a:gdLst/>
              <a:ahLst/>
              <a:cxnLst/>
              <a:rect l="l" t="t" r="r" b="b"/>
              <a:pathLst>
                <a:path w="47392" h="35181" extrusionOk="0">
                  <a:moveTo>
                    <a:pt x="5462" y="1193"/>
                  </a:moveTo>
                  <a:cubicBezTo>
                    <a:pt x="5581" y="1193"/>
                    <a:pt x="5653" y="1265"/>
                    <a:pt x="5653" y="1384"/>
                  </a:cubicBezTo>
                  <a:lnTo>
                    <a:pt x="5653" y="2195"/>
                  </a:lnTo>
                  <a:cubicBezTo>
                    <a:pt x="5653" y="2290"/>
                    <a:pt x="5581" y="2386"/>
                    <a:pt x="5462" y="2386"/>
                  </a:cubicBezTo>
                  <a:lnTo>
                    <a:pt x="1956" y="2386"/>
                  </a:lnTo>
                  <a:cubicBezTo>
                    <a:pt x="1861" y="2386"/>
                    <a:pt x="1789" y="2290"/>
                    <a:pt x="1789" y="2195"/>
                  </a:cubicBezTo>
                  <a:lnTo>
                    <a:pt x="1789" y="1384"/>
                  </a:lnTo>
                  <a:cubicBezTo>
                    <a:pt x="1789" y="1265"/>
                    <a:pt x="1861" y="1193"/>
                    <a:pt x="1956" y="1193"/>
                  </a:cubicBezTo>
                  <a:close/>
                  <a:moveTo>
                    <a:pt x="10542" y="1193"/>
                  </a:moveTo>
                  <a:cubicBezTo>
                    <a:pt x="10638" y="1193"/>
                    <a:pt x="10733" y="1265"/>
                    <a:pt x="10733" y="1384"/>
                  </a:cubicBezTo>
                  <a:lnTo>
                    <a:pt x="10733" y="2195"/>
                  </a:lnTo>
                  <a:cubicBezTo>
                    <a:pt x="10733" y="2290"/>
                    <a:pt x="10638" y="2386"/>
                    <a:pt x="10542" y="2386"/>
                  </a:cubicBezTo>
                  <a:lnTo>
                    <a:pt x="7036" y="2386"/>
                  </a:lnTo>
                  <a:cubicBezTo>
                    <a:pt x="6941" y="2386"/>
                    <a:pt x="6846" y="2290"/>
                    <a:pt x="6846" y="2195"/>
                  </a:cubicBezTo>
                  <a:lnTo>
                    <a:pt x="6846" y="1384"/>
                  </a:lnTo>
                  <a:cubicBezTo>
                    <a:pt x="6846" y="1265"/>
                    <a:pt x="6941" y="1193"/>
                    <a:pt x="7036" y="1193"/>
                  </a:cubicBezTo>
                  <a:close/>
                  <a:moveTo>
                    <a:pt x="15599" y="1193"/>
                  </a:moveTo>
                  <a:cubicBezTo>
                    <a:pt x="15718" y="1193"/>
                    <a:pt x="15789" y="1265"/>
                    <a:pt x="15789" y="1384"/>
                  </a:cubicBezTo>
                  <a:lnTo>
                    <a:pt x="15789" y="2195"/>
                  </a:lnTo>
                  <a:cubicBezTo>
                    <a:pt x="15789" y="2290"/>
                    <a:pt x="15718" y="2386"/>
                    <a:pt x="15599" y="2386"/>
                  </a:cubicBezTo>
                  <a:lnTo>
                    <a:pt x="12093" y="2386"/>
                  </a:lnTo>
                  <a:cubicBezTo>
                    <a:pt x="11997" y="2386"/>
                    <a:pt x="11926" y="2290"/>
                    <a:pt x="11926" y="2195"/>
                  </a:cubicBezTo>
                  <a:lnTo>
                    <a:pt x="11926" y="1384"/>
                  </a:lnTo>
                  <a:cubicBezTo>
                    <a:pt x="11926" y="1265"/>
                    <a:pt x="11997" y="1193"/>
                    <a:pt x="12093" y="1193"/>
                  </a:cubicBezTo>
                  <a:close/>
                  <a:moveTo>
                    <a:pt x="20679" y="1193"/>
                  </a:moveTo>
                  <a:cubicBezTo>
                    <a:pt x="20774" y="1193"/>
                    <a:pt x="20870" y="1265"/>
                    <a:pt x="20870" y="1384"/>
                  </a:cubicBezTo>
                  <a:lnTo>
                    <a:pt x="20870" y="2195"/>
                  </a:lnTo>
                  <a:cubicBezTo>
                    <a:pt x="20870" y="2290"/>
                    <a:pt x="20774" y="2386"/>
                    <a:pt x="20679" y="2386"/>
                  </a:cubicBezTo>
                  <a:lnTo>
                    <a:pt x="17173" y="2386"/>
                  </a:lnTo>
                  <a:cubicBezTo>
                    <a:pt x="17077" y="2386"/>
                    <a:pt x="16982" y="2290"/>
                    <a:pt x="16982" y="2195"/>
                  </a:cubicBezTo>
                  <a:lnTo>
                    <a:pt x="16982" y="1384"/>
                  </a:lnTo>
                  <a:cubicBezTo>
                    <a:pt x="16982" y="1265"/>
                    <a:pt x="17077" y="1193"/>
                    <a:pt x="17173" y="1193"/>
                  </a:cubicBezTo>
                  <a:close/>
                  <a:moveTo>
                    <a:pt x="25735" y="1193"/>
                  </a:moveTo>
                  <a:cubicBezTo>
                    <a:pt x="25854" y="1193"/>
                    <a:pt x="25926" y="1265"/>
                    <a:pt x="25926" y="1384"/>
                  </a:cubicBezTo>
                  <a:lnTo>
                    <a:pt x="25926" y="2195"/>
                  </a:lnTo>
                  <a:cubicBezTo>
                    <a:pt x="25926" y="2290"/>
                    <a:pt x="25854" y="2386"/>
                    <a:pt x="25735" y="2386"/>
                  </a:cubicBezTo>
                  <a:lnTo>
                    <a:pt x="22229" y="2386"/>
                  </a:lnTo>
                  <a:cubicBezTo>
                    <a:pt x="22134" y="2386"/>
                    <a:pt x="22062" y="2290"/>
                    <a:pt x="22062" y="2195"/>
                  </a:cubicBezTo>
                  <a:lnTo>
                    <a:pt x="22062" y="1384"/>
                  </a:lnTo>
                  <a:cubicBezTo>
                    <a:pt x="22062" y="1265"/>
                    <a:pt x="22134" y="1193"/>
                    <a:pt x="22229" y="1193"/>
                  </a:cubicBezTo>
                  <a:close/>
                  <a:moveTo>
                    <a:pt x="30815" y="1193"/>
                  </a:moveTo>
                  <a:cubicBezTo>
                    <a:pt x="30911" y="1193"/>
                    <a:pt x="31006" y="1265"/>
                    <a:pt x="31006" y="1384"/>
                  </a:cubicBezTo>
                  <a:lnTo>
                    <a:pt x="31006" y="2195"/>
                  </a:lnTo>
                  <a:cubicBezTo>
                    <a:pt x="31006" y="2290"/>
                    <a:pt x="30911" y="2386"/>
                    <a:pt x="30815" y="2386"/>
                  </a:cubicBezTo>
                  <a:lnTo>
                    <a:pt x="27309" y="2386"/>
                  </a:lnTo>
                  <a:cubicBezTo>
                    <a:pt x="27214" y="2386"/>
                    <a:pt x="27118" y="2290"/>
                    <a:pt x="27118" y="2195"/>
                  </a:cubicBezTo>
                  <a:lnTo>
                    <a:pt x="27118" y="1384"/>
                  </a:lnTo>
                  <a:cubicBezTo>
                    <a:pt x="27118" y="1265"/>
                    <a:pt x="27214" y="1193"/>
                    <a:pt x="27309" y="1193"/>
                  </a:cubicBezTo>
                  <a:close/>
                  <a:moveTo>
                    <a:pt x="36182" y="1193"/>
                  </a:moveTo>
                  <a:cubicBezTo>
                    <a:pt x="36277" y="1193"/>
                    <a:pt x="36372" y="1265"/>
                    <a:pt x="36372" y="1384"/>
                  </a:cubicBezTo>
                  <a:lnTo>
                    <a:pt x="36372" y="2195"/>
                  </a:lnTo>
                  <a:cubicBezTo>
                    <a:pt x="36372" y="2290"/>
                    <a:pt x="36277" y="2386"/>
                    <a:pt x="36182" y="2386"/>
                  </a:cubicBezTo>
                  <a:lnTo>
                    <a:pt x="32676" y="2386"/>
                  </a:lnTo>
                  <a:cubicBezTo>
                    <a:pt x="32580" y="2386"/>
                    <a:pt x="32485" y="2290"/>
                    <a:pt x="32485" y="2195"/>
                  </a:cubicBezTo>
                  <a:lnTo>
                    <a:pt x="32485" y="1384"/>
                  </a:lnTo>
                  <a:cubicBezTo>
                    <a:pt x="32485" y="1265"/>
                    <a:pt x="32580" y="1193"/>
                    <a:pt x="32676" y="1193"/>
                  </a:cubicBezTo>
                  <a:close/>
                  <a:moveTo>
                    <a:pt x="41238" y="1193"/>
                  </a:moveTo>
                  <a:cubicBezTo>
                    <a:pt x="41357" y="1193"/>
                    <a:pt x="41429" y="1265"/>
                    <a:pt x="41429" y="1384"/>
                  </a:cubicBezTo>
                  <a:lnTo>
                    <a:pt x="41429" y="2195"/>
                  </a:lnTo>
                  <a:cubicBezTo>
                    <a:pt x="41429" y="2290"/>
                    <a:pt x="41357" y="2386"/>
                    <a:pt x="41238" y="2386"/>
                  </a:cubicBezTo>
                  <a:lnTo>
                    <a:pt x="37732" y="2386"/>
                  </a:lnTo>
                  <a:cubicBezTo>
                    <a:pt x="37636" y="2386"/>
                    <a:pt x="37565" y="2290"/>
                    <a:pt x="37565" y="2195"/>
                  </a:cubicBezTo>
                  <a:lnTo>
                    <a:pt x="37565" y="1384"/>
                  </a:lnTo>
                  <a:cubicBezTo>
                    <a:pt x="37565" y="1265"/>
                    <a:pt x="37636" y="1193"/>
                    <a:pt x="37732" y="1193"/>
                  </a:cubicBezTo>
                  <a:close/>
                  <a:moveTo>
                    <a:pt x="46318" y="1193"/>
                  </a:moveTo>
                  <a:cubicBezTo>
                    <a:pt x="46413" y="1193"/>
                    <a:pt x="46509" y="1265"/>
                    <a:pt x="46509" y="1384"/>
                  </a:cubicBezTo>
                  <a:lnTo>
                    <a:pt x="46509" y="2195"/>
                  </a:lnTo>
                  <a:cubicBezTo>
                    <a:pt x="46509" y="2290"/>
                    <a:pt x="46413" y="2386"/>
                    <a:pt x="46318" y="2386"/>
                  </a:cubicBezTo>
                  <a:lnTo>
                    <a:pt x="42812" y="2386"/>
                  </a:lnTo>
                  <a:cubicBezTo>
                    <a:pt x="42717" y="2386"/>
                    <a:pt x="42621" y="2290"/>
                    <a:pt x="42621" y="2195"/>
                  </a:cubicBezTo>
                  <a:lnTo>
                    <a:pt x="42621" y="1384"/>
                  </a:lnTo>
                  <a:cubicBezTo>
                    <a:pt x="42621" y="1265"/>
                    <a:pt x="42717" y="1193"/>
                    <a:pt x="42812" y="1193"/>
                  </a:cubicBezTo>
                  <a:close/>
                  <a:moveTo>
                    <a:pt x="0" y="1"/>
                  </a:moveTo>
                  <a:lnTo>
                    <a:pt x="0" y="35180"/>
                  </a:lnTo>
                  <a:lnTo>
                    <a:pt x="47391" y="35180"/>
                  </a:lnTo>
                  <a:lnTo>
                    <a:pt x="473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3"/>
            <p:cNvSpPr/>
            <p:nvPr/>
          </p:nvSpPr>
          <p:spPr>
            <a:xfrm>
              <a:off x="2142600" y="1118525"/>
              <a:ext cx="4426057" cy="3653107"/>
            </a:xfrm>
            <a:custGeom>
              <a:avLst/>
              <a:gdLst/>
              <a:ahLst/>
              <a:cxnLst/>
              <a:rect l="l" t="t" r="r" b="b"/>
              <a:pathLst>
                <a:path w="47392" h="35181" extrusionOk="0">
                  <a:moveTo>
                    <a:pt x="5462" y="1193"/>
                  </a:moveTo>
                  <a:cubicBezTo>
                    <a:pt x="5581" y="1193"/>
                    <a:pt x="5653" y="1265"/>
                    <a:pt x="5653" y="1384"/>
                  </a:cubicBezTo>
                  <a:lnTo>
                    <a:pt x="5653" y="2195"/>
                  </a:lnTo>
                  <a:cubicBezTo>
                    <a:pt x="5653" y="2290"/>
                    <a:pt x="5581" y="2386"/>
                    <a:pt x="5462" y="2386"/>
                  </a:cubicBezTo>
                  <a:lnTo>
                    <a:pt x="1956" y="2386"/>
                  </a:lnTo>
                  <a:cubicBezTo>
                    <a:pt x="1861" y="2386"/>
                    <a:pt x="1789" y="2290"/>
                    <a:pt x="1789" y="2195"/>
                  </a:cubicBezTo>
                  <a:lnTo>
                    <a:pt x="1789" y="1384"/>
                  </a:lnTo>
                  <a:cubicBezTo>
                    <a:pt x="1789" y="1265"/>
                    <a:pt x="1861" y="1193"/>
                    <a:pt x="1956" y="1193"/>
                  </a:cubicBezTo>
                  <a:close/>
                  <a:moveTo>
                    <a:pt x="10542" y="1193"/>
                  </a:moveTo>
                  <a:cubicBezTo>
                    <a:pt x="10638" y="1193"/>
                    <a:pt x="10733" y="1265"/>
                    <a:pt x="10733" y="1384"/>
                  </a:cubicBezTo>
                  <a:lnTo>
                    <a:pt x="10733" y="2195"/>
                  </a:lnTo>
                  <a:cubicBezTo>
                    <a:pt x="10733" y="2290"/>
                    <a:pt x="10638" y="2386"/>
                    <a:pt x="10542" y="2386"/>
                  </a:cubicBezTo>
                  <a:lnTo>
                    <a:pt x="7036" y="2386"/>
                  </a:lnTo>
                  <a:cubicBezTo>
                    <a:pt x="6941" y="2386"/>
                    <a:pt x="6846" y="2290"/>
                    <a:pt x="6846" y="2195"/>
                  </a:cubicBezTo>
                  <a:lnTo>
                    <a:pt x="6846" y="1384"/>
                  </a:lnTo>
                  <a:cubicBezTo>
                    <a:pt x="6846" y="1265"/>
                    <a:pt x="6941" y="1193"/>
                    <a:pt x="7036" y="1193"/>
                  </a:cubicBezTo>
                  <a:close/>
                  <a:moveTo>
                    <a:pt x="15599" y="1193"/>
                  </a:moveTo>
                  <a:cubicBezTo>
                    <a:pt x="15718" y="1193"/>
                    <a:pt x="15789" y="1265"/>
                    <a:pt x="15789" y="1384"/>
                  </a:cubicBezTo>
                  <a:lnTo>
                    <a:pt x="15789" y="2195"/>
                  </a:lnTo>
                  <a:cubicBezTo>
                    <a:pt x="15789" y="2290"/>
                    <a:pt x="15718" y="2386"/>
                    <a:pt x="15599" y="2386"/>
                  </a:cubicBezTo>
                  <a:lnTo>
                    <a:pt x="12093" y="2386"/>
                  </a:lnTo>
                  <a:cubicBezTo>
                    <a:pt x="11997" y="2386"/>
                    <a:pt x="11926" y="2290"/>
                    <a:pt x="11926" y="2195"/>
                  </a:cubicBezTo>
                  <a:lnTo>
                    <a:pt x="11926" y="1384"/>
                  </a:lnTo>
                  <a:cubicBezTo>
                    <a:pt x="11926" y="1265"/>
                    <a:pt x="11997" y="1193"/>
                    <a:pt x="12093" y="1193"/>
                  </a:cubicBezTo>
                  <a:close/>
                  <a:moveTo>
                    <a:pt x="20679" y="1193"/>
                  </a:moveTo>
                  <a:cubicBezTo>
                    <a:pt x="20774" y="1193"/>
                    <a:pt x="20870" y="1265"/>
                    <a:pt x="20870" y="1384"/>
                  </a:cubicBezTo>
                  <a:lnTo>
                    <a:pt x="20870" y="2195"/>
                  </a:lnTo>
                  <a:cubicBezTo>
                    <a:pt x="20870" y="2290"/>
                    <a:pt x="20774" y="2386"/>
                    <a:pt x="20679" y="2386"/>
                  </a:cubicBezTo>
                  <a:lnTo>
                    <a:pt x="17173" y="2386"/>
                  </a:lnTo>
                  <a:cubicBezTo>
                    <a:pt x="17077" y="2386"/>
                    <a:pt x="16982" y="2290"/>
                    <a:pt x="16982" y="2195"/>
                  </a:cubicBezTo>
                  <a:lnTo>
                    <a:pt x="16982" y="1384"/>
                  </a:lnTo>
                  <a:cubicBezTo>
                    <a:pt x="16982" y="1265"/>
                    <a:pt x="17077" y="1193"/>
                    <a:pt x="17173" y="1193"/>
                  </a:cubicBezTo>
                  <a:close/>
                  <a:moveTo>
                    <a:pt x="25735" y="1193"/>
                  </a:moveTo>
                  <a:cubicBezTo>
                    <a:pt x="25854" y="1193"/>
                    <a:pt x="25926" y="1265"/>
                    <a:pt x="25926" y="1384"/>
                  </a:cubicBezTo>
                  <a:lnTo>
                    <a:pt x="25926" y="2195"/>
                  </a:lnTo>
                  <a:cubicBezTo>
                    <a:pt x="25926" y="2290"/>
                    <a:pt x="25854" y="2386"/>
                    <a:pt x="25735" y="2386"/>
                  </a:cubicBezTo>
                  <a:lnTo>
                    <a:pt x="22229" y="2386"/>
                  </a:lnTo>
                  <a:cubicBezTo>
                    <a:pt x="22134" y="2386"/>
                    <a:pt x="22062" y="2290"/>
                    <a:pt x="22062" y="2195"/>
                  </a:cubicBezTo>
                  <a:lnTo>
                    <a:pt x="22062" y="1384"/>
                  </a:lnTo>
                  <a:cubicBezTo>
                    <a:pt x="22062" y="1265"/>
                    <a:pt x="22134" y="1193"/>
                    <a:pt x="22229" y="1193"/>
                  </a:cubicBezTo>
                  <a:close/>
                  <a:moveTo>
                    <a:pt x="30815" y="1193"/>
                  </a:moveTo>
                  <a:cubicBezTo>
                    <a:pt x="30911" y="1193"/>
                    <a:pt x="31006" y="1265"/>
                    <a:pt x="31006" y="1384"/>
                  </a:cubicBezTo>
                  <a:lnTo>
                    <a:pt x="31006" y="2195"/>
                  </a:lnTo>
                  <a:cubicBezTo>
                    <a:pt x="31006" y="2290"/>
                    <a:pt x="30911" y="2386"/>
                    <a:pt x="30815" y="2386"/>
                  </a:cubicBezTo>
                  <a:lnTo>
                    <a:pt x="27309" y="2386"/>
                  </a:lnTo>
                  <a:cubicBezTo>
                    <a:pt x="27214" y="2386"/>
                    <a:pt x="27118" y="2290"/>
                    <a:pt x="27118" y="2195"/>
                  </a:cubicBezTo>
                  <a:lnTo>
                    <a:pt x="27118" y="1384"/>
                  </a:lnTo>
                  <a:cubicBezTo>
                    <a:pt x="27118" y="1265"/>
                    <a:pt x="27214" y="1193"/>
                    <a:pt x="27309" y="1193"/>
                  </a:cubicBezTo>
                  <a:close/>
                  <a:moveTo>
                    <a:pt x="36182" y="1193"/>
                  </a:moveTo>
                  <a:cubicBezTo>
                    <a:pt x="36277" y="1193"/>
                    <a:pt x="36372" y="1265"/>
                    <a:pt x="36372" y="1384"/>
                  </a:cubicBezTo>
                  <a:lnTo>
                    <a:pt x="36372" y="2195"/>
                  </a:lnTo>
                  <a:cubicBezTo>
                    <a:pt x="36372" y="2290"/>
                    <a:pt x="36277" y="2386"/>
                    <a:pt x="36182" y="2386"/>
                  </a:cubicBezTo>
                  <a:lnTo>
                    <a:pt x="32676" y="2386"/>
                  </a:lnTo>
                  <a:cubicBezTo>
                    <a:pt x="32580" y="2386"/>
                    <a:pt x="32485" y="2290"/>
                    <a:pt x="32485" y="2195"/>
                  </a:cubicBezTo>
                  <a:lnTo>
                    <a:pt x="32485" y="1384"/>
                  </a:lnTo>
                  <a:cubicBezTo>
                    <a:pt x="32485" y="1265"/>
                    <a:pt x="32580" y="1193"/>
                    <a:pt x="32676" y="1193"/>
                  </a:cubicBezTo>
                  <a:close/>
                  <a:moveTo>
                    <a:pt x="41238" y="1193"/>
                  </a:moveTo>
                  <a:cubicBezTo>
                    <a:pt x="41357" y="1193"/>
                    <a:pt x="41429" y="1265"/>
                    <a:pt x="41429" y="1384"/>
                  </a:cubicBezTo>
                  <a:lnTo>
                    <a:pt x="41429" y="2195"/>
                  </a:lnTo>
                  <a:cubicBezTo>
                    <a:pt x="41429" y="2290"/>
                    <a:pt x="41357" y="2386"/>
                    <a:pt x="41238" y="2386"/>
                  </a:cubicBezTo>
                  <a:lnTo>
                    <a:pt x="37732" y="2386"/>
                  </a:lnTo>
                  <a:cubicBezTo>
                    <a:pt x="37636" y="2386"/>
                    <a:pt x="37565" y="2290"/>
                    <a:pt x="37565" y="2195"/>
                  </a:cubicBezTo>
                  <a:lnTo>
                    <a:pt x="37565" y="1384"/>
                  </a:lnTo>
                  <a:cubicBezTo>
                    <a:pt x="37565" y="1265"/>
                    <a:pt x="37636" y="1193"/>
                    <a:pt x="37732" y="1193"/>
                  </a:cubicBezTo>
                  <a:close/>
                  <a:moveTo>
                    <a:pt x="46318" y="1193"/>
                  </a:moveTo>
                  <a:cubicBezTo>
                    <a:pt x="46413" y="1193"/>
                    <a:pt x="46509" y="1265"/>
                    <a:pt x="46509" y="1384"/>
                  </a:cubicBezTo>
                  <a:lnTo>
                    <a:pt x="46509" y="2195"/>
                  </a:lnTo>
                  <a:cubicBezTo>
                    <a:pt x="46509" y="2290"/>
                    <a:pt x="46413" y="2386"/>
                    <a:pt x="46318" y="2386"/>
                  </a:cubicBezTo>
                  <a:lnTo>
                    <a:pt x="42812" y="2386"/>
                  </a:lnTo>
                  <a:cubicBezTo>
                    <a:pt x="42717" y="2386"/>
                    <a:pt x="42621" y="2290"/>
                    <a:pt x="42621" y="2195"/>
                  </a:cubicBezTo>
                  <a:lnTo>
                    <a:pt x="42621" y="1384"/>
                  </a:lnTo>
                  <a:cubicBezTo>
                    <a:pt x="42621" y="1265"/>
                    <a:pt x="42717" y="1193"/>
                    <a:pt x="42812" y="1193"/>
                  </a:cubicBezTo>
                  <a:close/>
                  <a:moveTo>
                    <a:pt x="0" y="1"/>
                  </a:moveTo>
                  <a:lnTo>
                    <a:pt x="0" y="35180"/>
                  </a:lnTo>
                  <a:lnTo>
                    <a:pt x="47391" y="35180"/>
                  </a:lnTo>
                  <a:lnTo>
                    <a:pt x="473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5" name="Google Shape;465;p33"/>
          <p:cNvSpPr txBox="1">
            <a:spLocks noGrp="1"/>
          </p:cNvSpPr>
          <p:nvPr>
            <p:ph type="ctrTitle"/>
          </p:nvPr>
        </p:nvSpPr>
        <p:spPr>
          <a:xfrm>
            <a:off x="3050798" y="598700"/>
            <a:ext cx="2567100" cy="78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66" name="Google Shape;466;p33"/>
          <p:cNvSpPr txBox="1">
            <a:spLocks noGrp="1"/>
          </p:cNvSpPr>
          <p:nvPr>
            <p:ph type="subTitle" idx="1"/>
          </p:nvPr>
        </p:nvSpPr>
        <p:spPr>
          <a:xfrm>
            <a:off x="2545688" y="2244875"/>
            <a:ext cx="3617400" cy="71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67" name="Google Shape;467;p33"/>
          <p:cNvSpPr txBox="1">
            <a:spLocks noGrp="1"/>
          </p:cNvSpPr>
          <p:nvPr>
            <p:ph type="subTitle" idx="2"/>
          </p:nvPr>
        </p:nvSpPr>
        <p:spPr>
          <a:xfrm>
            <a:off x="2545675" y="1781200"/>
            <a:ext cx="3617400" cy="43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68" name="Google Shape;468;p33"/>
          <p:cNvSpPr/>
          <p:nvPr/>
        </p:nvSpPr>
        <p:spPr>
          <a:xfrm>
            <a:off x="165875" y="405400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33"/>
          <p:cNvSpPr/>
          <p:nvPr/>
        </p:nvSpPr>
        <p:spPr>
          <a:xfrm>
            <a:off x="165875" y="1087983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33"/>
          <p:cNvSpPr/>
          <p:nvPr/>
        </p:nvSpPr>
        <p:spPr>
          <a:xfrm>
            <a:off x="165875" y="1770542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33"/>
          <p:cNvSpPr/>
          <p:nvPr/>
        </p:nvSpPr>
        <p:spPr>
          <a:xfrm>
            <a:off x="165875" y="2453125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33"/>
          <p:cNvSpPr/>
          <p:nvPr/>
        </p:nvSpPr>
        <p:spPr>
          <a:xfrm>
            <a:off x="165875" y="3135708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33"/>
          <p:cNvSpPr/>
          <p:nvPr/>
        </p:nvSpPr>
        <p:spPr>
          <a:xfrm>
            <a:off x="165875" y="3812192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33"/>
          <p:cNvSpPr/>
          <p:nvPr/>
        </p:nvSpPr>
        <p:spPr>
          <a:xfrm>
            <a:off x="165875" y="4494775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33"/>
          <p:cNvSpPr/>
          <p:nvPr/>
        </p:nvSpPr>
        <p:spPr>
          <a:xfrm>
            <a:off x="8251775" y="0"/>
            <a:ext cx="356100" cy="521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33"/>
          <p:cNvSpPr txBox="1"/>
          <p:nvPr/>
        </p:nvSpPr>
        <p:spPr>
          <a:xfrm>
            <a:off x="2427563" y="3522550"/>
            <a:ext cx="38562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rPr>
              <a:t>CREDITS: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Andika"/>
                <a:ea typeface="Andika"/>
                <a:cs typeface="Andika"/>
                <a:sym typeface="Andik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rPr>
              <a:t>, including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Andika"/>
                <a:ea typeface="Andika"/>
                <a:cs typeface="Andika"/>
                <a:sym typeface="Andik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rPr>
              <a:t>, and infographics &amp; images by </a:t>
            </a:r>
            <a:r>
              <a:rPr lang="en" sz="1200" b="1">
                <a:solidFill>
                  <a:schemeClr val="hlink"/>
                </a:solidFill>
                <a:uFill>
                  <a:noFill/>
                </a:uFill>
                <a:latin typeface="Andika"/>
                <a:ea typeface="Andika"/>
                <a:cs typeface="Andika"/>
                <a:sym typeface="Andika"/>
                <a:hlinkClick r:id="rId5"/>
              </a:rPr>
              <a:t>Freepi</a:t>
            </a:r>
            <a:r>
              <a:rPr lang="en" sz="1200" b="1"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rPr>
              <a:t>k</a:t>
            </a:r>
            <a:endParaRPr sz="1200" b="1">
              <a:solidFill>
                <a:schemeClr val="dk1"/>
              </a:solidFill>
              <a:latin typeface="Andika"/>
              <a:ea typeface="Andika"/>
              <a:cs typeface="Andika"/>
              <a:sym typeface="Andik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1"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p34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9" name="Google Shape;479;p34"/>
          <p:cNvGrpSpPr/>
          <p:nvPr/>
        </p:nvGrpSpPr>
        <p:grpSpPr>
          <a:xfrm>
            <a:off x="2096377" y="1118525"/>
            <a:ext cx="4472281" cy="3677588"/>
            <a:chOff x="2096377" y="1118525"/>
            <a:chExt cx="4472281" cy="3677588"/>
          </a:xfrm>
        </p:grpSpPr>
        <p:sp>
          <p:nvSpPr>
            <p:cNvPr id="480" name="Google Shape;480;p34"/>
            <p:cNvSpPr/>
            <p:nvPr/>
          </p:nvSpPr>
          <p:spPr>
            <a:xfrm>
              <a:off x="2096377" y="1143006"/>
              <a:ext cx="4426057" cy="3653107"/>
            </a:xfrm>
            <a:custGeom>
              <a:avLst/>
              <a:gdLst/>
              <a:ahLst/>
              <a:cxnLst/>
              <a:rect l="l" t="t" r="r" b="b"/>
              <a:pathLst>
                <a:path w="47392" h="35181" extrusionOk="0">
                  <a:moveTo>
                    <a:pt x="5462" y="1193"/>
                  </a:moveTo>
                  <a:cubicBezTo>
                    <a:pt x="5581" y="1193"/>
                    <a:pt x="5653" y="1265"/>
                    <a:pt x="5653" y="1384"/>
                  </a:cubicBezTo>
                  <a:lnTo>
                    <a:pt x="5653" y="2195"/>
                  </a:lnTo>
                  <a:cubicBezTo>
                    <a:pt x="5653" y="2290"/>
                    <a:pt x="5581" y="2386"/>
                    <a:pt x="5462" y="2386"/>
                  </a:cubicBezTo>
                  <a:lnTo>
                    <a:pt x="1956" y="2386"/>
                  </a:lnTo>
                  <a:cubicBezTo>
                    <a:pt x="1861" y="2386"/>
                    <a:pt x="1789" y="2290"/>
                    <a:pt x="1789" y="2195"/>
                  </a:cubicBezTo>
                  <a:lnTo>
                    <a:pt x="1789" y="1384"/>
                  </a:lnTo>
                  <a:cubicBezTo>
                    <a:pt x="1789" y="1265"/>
                    <a:pt x="1861" y="1193"/>
                    <a:pt x="1956" y="1193"/>
                  </a:cubicBezTo>
                  <a:close/>
                  <a:moveTo>
                    <a:pt x="10542" y="1193"/>
                  </a:moveTo>
                  <a:cubicBezTo>
                    <a:pt x="10638" y="1193"/>
                    <a:pt x="10733" y="1265"/>
                    <a:pt x="10733" y="1384"/>
                  </a:cubicBezTo>
                  <a:lnTo>
                    <a:pt x="10733" y="2195"/>
                  </a:lnTo>
                  <a:cubicBezTo>
                    <a:pt x="10733" y="2290"/>
                    <a:pt x="10638" y="2386"/>
                    <a:pt x="10542" y="2386"/>
                  </a:cubicBezTo>
                  <a:lnTo>
                    <a:pt x="7036" y="2386"/>
                  </a:lnTo>
                  <a:cubicBezTo>
                    <a:pt x="6941" y="2386"/>
                    <a:pt x="6846" y="2290"/>
                    <a:pt x="6846" y="2195"/>
                  </a:cubicBezTo>
                  <a:lnTo>
                    <a:pt x="6846" y="1384"/>
                  </a:lnTo>
                  <a:cubicBezTo>
                    <a:pt x="6846" y="1265"/>
                    <a:pt x="6941" y="1193"/>
                    <a:pt x="7036" y="1193"/>
                  </a:cubicBezTo>
                  <a:close/>
                  <a:moveTo>
                    <a:pt x="15599" y="1193"/>
                  </a:moveTo>
                  <a:cubicBezTo>
                    <a:pt x="15718" y="1193"/>
                    <a:pt x="15789" y="1265"/>
                    <a:pt x="15789" y="1384"/>
                  </a:cubicBezTo>
                  <a:lnTo>
                    <a:pt x="15789" y="2195"/>
                  </a:lnTo>
                  <a:cubicBezTo>
                    <a:pt x="15789" y="2290"/>
                    <a:pt x="15718" y="2386"/>
                    <a:pt x="15599" y="2386"/>
                  </a:cubicBezTo>
                  <a:lnTo>
                    <a:pt x="12093" y="2386"/>
                  </a:lnTo>
                  <a:cubicBezTo>
                    <a:pt x="11997" y="2386"/>
                    <a:pt x="11926" y="2290"/>
                    <a:pt x="11926" y="2195"/>
                  </a:cubicBezTo>
                  <a:lnTo>
                    <a:pt x="11926" y="1384"/>
                  </a:lnTo>
                  <a:cubicBezTo>
                    <a:pt x="11926" y="1265"/>
                    <a:pt x="11997" y="1193"/>
                    <a:pt x="12093" y="1193"/>
                  </a:cubicBezTo>
                  <a:close/>
                  <a:moveTo>
                    <a:pt x="20679" y="1193"/>
                  </a:moveTo>
                  <a:cubicBezTo>
                    <a:pt x="20774" y="1193"/>
                    <a:pt x="20870" y="1265"/>
                    <a:pt x="20870" y="1384"/>
                  </a:cubicBezTo>
                  <a:lnTo>
                    <a:pt x="20870" y="2195"/>
                  </a:lnTo>
                  <a:cubicBezTo>
                    <a:pt x="20870" y="2290"/>
                    <a:pt x="20774" y="2386"/>
                    <a:pt x="20679" y="2386"/>
                  </a:cubicBezTo>
                  <a:lnTo>
                    <a:pt x="17173" y="2386"/>
                  </a:lnTo>
                  <a:cubicBezTo>
                    <a:pt x="17077" y="2386"/>
                    <a:pt x="16982" y="2290"/>
                    <a:pt x="16982" y="2195"/>
                  </a:cubicBezTo>
                  <a:lnTo>
                    <a:pt x="16982" y="1384"/>
                  </a:lnTo>
                  <a:cubicBezTo>
                    <a:pt x="16982" y="1265"/>
                    <a:pt x="17077" y="1193"/>
                    <a:pt x="17173" y="1193"/>
                  </a:cubicBezTo>
                  <a:close/>
                  <a:moveTo>
                    <a:pt x="25735" y="1193"/>
                  </a:moveTo>
                  <a:cubicBezTo>
                    <a:pt x="25854" y="1193"/>
                    <a:pt x="25926" y="1265"/>
                    <a:pt x="25926" y="1384"/>
                  </a:cubicBezTo>
                  <a:lnTo>
                    <a:pt x="25926" y="2195"/>
                  </a:lnTo>
                  <a:cubicBezTo>
                    <a:pt x="25926" y="2290"/>
                    <a:pt x="25854" y="2386"/>
                    <a:pt x="25735" y="2386"/>
                  </a:cubicBezTo>
                  <a:lnTo>
                    <a:pt x="22229" y="2386"/>
                  </a:lnTo>
                  <a:cubicBezTo>
                    <a:pt x="22134" y="2386"/>
                    <a:pt x="22062" y="2290"/>
                    <a:pt x="22062" y="2195"/>
                  </a:cubicBezTo>
                  <a:lnTo>
                    <a:pt x="22062" y="1384"/>
                  </a:lnTo>
                  <a:cubicBezTo>
                    <a:pt x="22062" y="1265"/>
                    <a:pt x="22134" y="1193"/>
                    <a:pt x="22229" y="1193"/>
                  </a:cubicBezTo>
                  <a:close/>
                  <a:moveTo>
                    <a:pt x="30815" y="1193"/>
                  </a:moveTo>
                  <a:cubicBezTo>
                    <a:pt x="30911" y="1193"/>
                    <a:pt x="31006" y="1265"/>
                    <a:pt x="31006" y="1384"/>
                  </a:cubicBezTo>
                  <a:lnTo>
                    <a:pt x="31006" y="2195"/>
                  </a:lnTo>
                  <a:cubicBezTo>
                    <a:pt x="31006" y="2290"/>
                    <a:pt x="30911" y="2386"/>
                    <a:pt x="30815" y="2386"/>
                  </a:cubicBezTo>
                  <a:lnTo>
                    <a:pt x="27309" y="2386"/>
                  </a:lnTo>
                  <a:cubicBezTo>
                    <a:pt x="27214" y="2386"/>
                    <a:pt x="27118" y="2290"/>
                    <a:pt x="27118" y="2195"/>
                  </a:cubicBezTo>
                  <a:lnTo>
                    <a:pt x="27118" y="1384"/>
                  </a:lnTo>
                  <a:cubicBezTo>
                    <a:pt x="27118" y="1265"/>
                    <a:pt x="27214" y="1193"/>
                    <a:pt x="27309" y="1193"/>
                  </a:cubicBezTo>
                  <a:close/>
                  <a:moveTo>
                    <a:pt x="36182" y="1193"/>
                  </a:moveTo>
                  <a:cubicBezTo>
                    <a:pt x="36277" y="1193"/>
                    <a:pt x="36372" y="1265"/>
                    <a:pt x="36372" y="1384"/>
                  </a:cubicBezTo>
                  <a:lnTo>
                    <a:pt x="36372" y="2195"/>
                  </a:lnTo>
                  <a:cubicBezTo>
                    <a:pt x="36372" y="2290"/>
                    <a:pt x="36277" y="2386"/>
                    <a:pt x="36182" y="2386"/>
                  </a:cubicBezTo>
                  <a:lnTo>
                    <a:pt x="32676" y="2386"/>
                  </a:lnTo>
                  <a:cubicBezTo>
                    <a:pt x="32580" y="2386"/>
                    <a:pt x="32485" y="2290"/>
                    <a:pt x="32485" y="2195"/>
                  </a:cubicBezTo>
                  <a:lnTo>
                    <a:pt x="32485" y="1384"/>
                  </a:lnTo>
                  <a:cubicBezTo>
                    <a:pt x="32485" y="1265"/>
                    <a:pt x="32580" y="1193"/>
                    <a:pt x="32676" y="1193"/>
                  </a:cubicBezTo>
                  <a:close/>
                  <a:moveTo>
                    <a:pt x="41238" y="1193"/>
                  </a:moveTo>
                  <a:cubicBezTo>
                    <a:pt x="41357" y="1193"/>
                    <a:pt x="41429" y="1265"/>
                    <a:pt x="41429" y="1384"/>
                  </a:cubicBezTo>
                  <a:lnTo>
                    <a:pt x="41429" y="2195"/>
                  </a:lnTo>
                  <a:cubicBezTo>
                    <a:pt x="41429" y="2290"/>
                    <a:pt x="41357" y="2386"/>
                    <a:pt x="41238" y="2386"/>
                  </a:cubicBezTo>
                  <a:lnTo>
                    <a:pt x="37732" y="2386"/>
                  </a:lnTo>
                  <a:cubicBezTo>
                    <a:pt x="37636" y="2386"/>
                    <a:pt x="37565" y="2290"/>
                    <a:pt x="37565" y="2195"/>
                  </a:cubicBezTo>
                  <a:lnTo>
                    <a:pt x="37565" y="1384"/>
                  </a:lnTo>
                  <a:cubicBezTo>
                    <a:pt x="37565" y="1265"/>
                    <a:pt x="37636" y="1193"/>
                    <a:pt x="37732" y="1193"/>
                  </a:cubicBezTo>
                  <a:close/>
                  <a:moveTo>
                    <a:pt x="46318" y="1193"/>
                  </a:moveTo>
                  <a:cubicBezTo>
                    <a:pt x="46413" y="1193"/>
                    <a:pt x="46509" y="1265"/>
                    <a:pt x="46509" y="1384"/>
                  </a:cubicBezTo>
                  <a:lnTo>
                    <a:pt x="46509" y="2195"/>
                  </a:lnTo>
                  <a:cubicBezTo>
                    <a:pt x="46509" y="2290"/>
                    <a:pt x="46413" y="2386"/>
                    <a:pt x="46318" y="2386"/>
                  </a:cubicBezTo>
                  <a:lnTo>
                    <a:pt x="42812" y="2386"/>
                  </a:lnTo>
                  <a:cubicBezTo>
                    <a:pt x="42717" y="2386"/>
                    <a:pt x="42621" y="2290"/>
                    <a:pt x="42621" y="2195"/>
                  </a:cubicBezTo>
                  <a:lnTo>
                    <a:pt x="42621" y="1384"/>
                  </a:lnTo>
                  <a:cubicBezTo>
                    <a:pt x="42621" y="1265"/>
                    <a:pt x="42717" y="1193"/>
                    <a:pt x="42812" y="1193"/>
                  </a:cubicBezTo>
                  <a:close/>
                  <a:moveTo>
                    <a:pt x="0" y="1"/>
                  </a:moveTo>
                  <a:lnTo>
                    <a:pt x="0" y="35180"/>
                  </a:lnTo>
                  <a:lnTo>
                    <a:pt x="47391" y="35180"/>
                  </a:lnTo>
                  <a:lnTo>
                    <a:pt x="473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4"/>
            <p:cNvSpPr/>
            <p:nvPr/>
          </p:nvSpPr>
          <p:spPr>
            <a:xfrm>
              <a:off x="2142600" y="1118525"/>
              <a:ext cx="4426057" cy="3653107"/>
            </a:xfrm>
            <a:custGeom>
              <a:avLst/>
              <a:gdLst/>
              <a:ahLst/>
              <a:cxnLst/>
              <a:rect l="l" t="t" r="r" b="b"/>
              <a:pathLst>
                <a:path w="47392" h="35181" extrusionOk="0">
                  <a:moveTo>
                    <a:pt x="5462" y="1193"/>
                  </a:moveTo>
                  <a:cubicBezTo>
                    <a:pt x="5581" y="1193"/>
                    <a:pt x="5653" y="1265"/>
                    <a:pt x="5653" y="1384"/>
                  </a:cubicBezTo>
                  <a:lnTo>
                    <a:pt x="5653" y="2195"/>
                  </a:lnTo>
                  <a:cubicBezTo>
                    <a:pt x="5653" y="2290"/>
                    <a:pt x="5581" y="2386"/>
                    <a:pt x="5462" y="2386"/>
                  </a:cubicBezTo>
                  <a:lnTo>
                    <a:pt x="1956" y="2386"/>
                  </a:lnTo>
                  <a:cubicBezTo>
                    <a:pt x="1861" y="2386"/>
                    <a:pt x="1789" y="2290"/>
                    <a:pt x="1789" y="2195"/>
                  </a:cubicBezTo>
                  <a:lnTo>
                    <a:pt x="1789" y="1384"/>
                  </a:lnTo>
                  <a:cubicBezTo>
                    <a:pt x="1789" y="1265"/>
                    <a:pt x="1861" y="1193"/>
                    <a:pt x="1956" y="1193"/>
                  </a:cubicBezTo>
                  <a:close/>
                  <a:moveTo>
                    <a:pt x="10542" y="1193"/>
                  </a:moveTo>
                  <a:cubicBezTo>
                    <a:pt x="10638" y="1193"/>
                    <a:pt x="10733" y="1265"/>
                    <a:pt x="10733" y="1384"/>
                  </a:cubicBezTo>
                  <a:lnTo>
                    <a:pt x="10733" y="2195"/>
                  </a:lnTo>
                  <a:cubicBezTo>
                    <a:pt x="10733" y="2290"/>
                    <a:pt x="10638" y="2386"/>
                    <a:pt x="10542" y="2386"/>
                  </a:cubicBezTo>
                  <a:lnTo>
                    <a:pt x="7036" y="2386"/>
                  </a:lnTo>
                  <a:cubicBezTo>
                    <a:pt x="6941" y="2386"/>
                    <a:pt x="6846" y="2290"/>
                    <a:pt x="6846" y="2195"/>
                  </a:cubicBezTo>
                  <a:lnTo>
                    <a:pt x="6846" y="1384"/>
                  </a:lnTo>
                  <a:cubicBezTo>
                    <a:pt x="6846" y="1265"/>
                    <a:pt x="6941" y="1193"/>
                    <a:pt x="7036" y="1193"/>
                  </a:cubicBezTo>
                  <a:close/>
                  <a:moveTo>
                    <a:pt x="15599" y="1193"/>
                  </a:moveTo>
                  <a:cubicBezTo>
                    <a:pt x="15718" y="1193"/>
                    <a:pt x="15789" y="1265"/>
                    <a:pt x="15789" y="1384"/>
                  </a:cubicBezTo>
                  <a:lnTo>
                    <a:pt x="15789" y="2195"/>
                  </a:lnTo>
                  <a:cubicBezTo>
                    <a:pt x="15789" y="2290"/>
                    <a:pt x="15718" y="2386"/>
                    <a:pt x="15599" y="2386"/>
                  </a:cubicBezTo>
                  <a:lnTo>
                    <a:pt x="12093" y="2386"/>
                  </a:lnTo>
                  <a:cubicBezTo>
                    <a:pt x="11997" y="2386"/>
                    <a:pt x="11926" y="2290"/>
                    <a:pt x="11926" y="2195"/>
                  </a:cubicBezTo>
                  <a:lnTo>
                    <a:pt x="11926" y="1384"/>
                  </a:lnTo>
                  <a:cubicBezTo>
                    <a:pt x="11926" y="1265"/>
                    <a:pt x="11997" y="1193"/>
                    <a:pt x="12093" y="1193"/>
                  </a:cubicBezTo>
                  <a:close/>
                  <a:moveTo>
                    <a:pt x="20679" y="1193"/>
                  </a:moveTo>
                  <a:cubicBezTo>
                    <a:pt x="20774" y="1193"/>
                    <a:pt x="20870" y="1265"/>
                    <a:pt x="20870" y="1384"/>
                  </a:cubicBezTo>
                  <a:lnTo>
                    <a:pt x="20870" y="2195"/>
                  </a:lnTo>
                  <a:cubicBezTo>
                    <a:pt x="20870" y="2290"/>
                    <a:pt x="20774" y="2386"/>
                    <a:pt x="20679" y="2386"/>
                  </a:cubicBezTo>
                  <a:lnTo>
                    <a:pt x="17173" y="2386"/>
                  </a:lnTo>
                  <a:cubicBezTo>
                    <a:pt x="17077" y="2386"/>
                    <a:pt x="16982" y="2290"/>
                    <a:pt x="16982" y="2195"/>
                  </a:cubicBezTo>
                  <a:lnTo>
                    <a:pt x="16982" y="1384"/>
                  </a:lnTo>
                  <a:cubicBezTo>
                    <a:pt x="16982" y="1265"/>
                    <a:pt x="17077" y="1193"/>
                    <a:pt x="17173" y="1193"/>
                  </a:cubicBezTo>
                  <a:close/>
                  <a:moveTo>
                    <a:pt x="25735" y="1193"/>
                  </a:moveTo>
                  <a:cubicBezTo>
                    <a:pt x="25854" y="1193"/>
                    <a:pt x="25926" y="1265"/>
                    <a:pt x="25926" y="1384"/>
                  </a:cubicBezTo>
                  <a:lnTo>
                    <a:pt x="25926" y="2195"/>
                  </a:lnTo>
                  <a:cubicBezTo>
                    <a:pt x="25926" y="2290"/>
                    <a:pt x="25854" y="2386"/>
                    <a:pt x="25735" y="2386"/>
                  </a:cubicBezTo>
                  <a:lnTo>
                    <a:pt x="22229" y="2386"/>
                  </a:lnTo>
                  <a:cubicBezTo>
                    <a:pt x="22134" y="2386"/>
                    <a:pt x="22062" y="2290"/>
                    <a:pt x="22062" y="2195"/>
                  </a:cubicBezTo>
                  <a:lnTo>
                    <a:pt x="22062" y="1384"/>
                  </a:lnTo>
                  <a:cubicBezTo>
                    <a:pt x="22062" y="1265"/>
                    <a:pt x="22134" y="1193"/>
                    <a:pt x="22229" y="1193"/>
                  </a:cubicBezTo>
                  <a:close/>
                  <a:moveTo>
                    <a:pt x="30815" y="1193"/>
                  </a:moveTo>
                  <a:cubicBezTo>
                    <a:pt x="30911" y="1193"/>
                    <a:pt x="31006" y="1265"/>
                    <a:pt x="31006" y="1384"/>
                  </a:cubicBezTo>
                  <a:lnTo>
                    <a:pt x="31006" y="2195"/>
                  </a:lnTo>
                  <a:cubicBezTo>
                    <a:pt x="31006" y="2290"/>
                    <a:pt x="30911" y="2386"/>
                    <a:pt x="30815" y="2386"/>
                  </a:cubicBezTo>
                  <a:lnTo>
                    <a:pt x="27309" y="2386"/>
                  </a:lnTo>
                  <a:cubicBezTo>
                    <a:pt x="27214" y="2386"/>
                    <a:pt x="27118" y="2290"/>
                    <a:pt x="27118" y="2195"/>
                  </a:cubicBezTo>
                  <a:lnTo>
                    <a:pt x="27118" y="1384"/>
                  </a:lnTo>
                  <a:cubicBezTo>
                    <a:pt x="27118" y="1265"/>
                    <a:pt x="27214" y="1193"/>
                    <a:pt x="27309" y="1193"/>
                  </a:cubicBezTo>
                  <a:close/>
                  <a:moveTo>
                    <a:pt x="36182" y="1193"/>
                  </a:moveTo>
                  <a:cubicBezTo>
                    <a:pt x="36277" y="1193"/>
                    <a:pt x="36372" y="1265"/>
                    <a:pt x="36372" y="1384"/>
                  </a:cubicBezTo>
                  <a:lnTo>
                    <a:pt x="36372" y="2195"/>
                  </a:lnTo>
                  <a:cubicBezTo>
                    <a:pt x="36372" y="2290"/>
                    <a:pt x="36277" y="2386"/>
                    <a:pt x="36182" y="2386"/>
                  </a:cubicBezTo>
                  <a:lnTo>
                    <a:pt x="32676" y="2386"/>
                  </a:lnTo>
                  <a:cubicBezTo>
                    <a:pt x="32580" y="2386"/>
                    <a:pt x="32485" y="2290"/>
                    <a:pt x="32485" y="2195"/>
                  </a:cubicBezTo>
                  <a:lnTo>
                    <a:pt x="32485" y="1384"/>
                  </a:lnTo>
                  <a:cubicBezTo>
                    <a:pt x="32485" y="1265"/>
                    <a:pt x="32580" y="1193"/>
                    <a:pt x="32676" y="1193"/>
                  </a:cubicBezTo>
                  <a:close/>
                  <a:moveTo>
                    <a:pt x="41238" y="1193"/>
                  </a:moveTo>
                  <a:cubicBezTo>
                    <a:pt x="41357" y="1193"/>
                    <a:pt x="41429" y="1265"/>
                    <a:pt x="41429" y="1384"/>
                  </a:cubicBezTo>
                  <a:lnTo>
                    <a:pt x="41429" y="2195"/>
                  </a:lnTo>
                  <a:cubicBezTo>
                    <a:pt x="41429" y="2290"/>
                    <a:pt x="41357" y="2386"/>
                    <a:pt x="41238" y="2386"/>
                  </a:cubicBezTo>
                  <a:lnTo>
                    <a:pt x="37732" y="2386"/>
                  </a:lnTo>
                  <a:cubicBezTo>
                    <a:pt x="37636" y="2386"/>
                    <a:pt x="37565" y="2290"/>
                    <a:pt x="37565" y="2195"/>
                  </a:cubicBezTo>
                  <a:lnTo>
                    <a:pt x="37565" y="1384"/>
                  </a:lnTo>
                  <a:cubicBezTo>
                    <a:pt x="37565" y="1265"/>
                    <a:pt x="37636" y="1193"/>
                    <a:pt x="37732" y="1193"/>
                  </a:cubicBezTo>
                  <a:close/>
                  <a:moveTo>
                    <a:pt x="46318" y="1193"/>
                  </a:moveTo>
                  <a:cubicBezTo>
                    <a:pt x="46413" y="1193"/>
                    <a:pt x="46509" y="1265"/>
                    <a:pt x="46509" y="1384"/>
                  </a:cubicBezTo>
                  <a:lnTo>
                    <a:pt x="46509" y="2195"/>
                  </a:lnTo>
                  <a:cubicBezTo>
                    <a:pt x="46509" y="2290"/>
                    <a:pt x="46413" y="2386"/>
                    <a:pt x="46318" y="2386"/>
                  </a:cubicBezTo>
                  <a:lnTo>
                    <a:pt x="42812" y="2386"/>
                  </a:lnTo>
                  <a:cubicBezTo>
                    <a:pt x="42717" y="2386"/>
                    <a:pt x="42621" y="2290"/>
                    <a:pt x="42621" y="2195"/>
                  </a:cubicBezTo>
                  <a:lnTo>
                    <a:pt x="42621" y="1384"/>
                  </a:lnTo>
                  <a:cubicBezTo>
                    <a:pt x="42621" y="1265"/>
                    <a:pt x="42717" y="1193"/>
                    <a:pt x="42812" y="1193"/>
                  </a:cubicBezTo>
                  <a:close/>
                  <a:moveTo>
                    <a:pt x="0" y="1"/>
                  </a:moveTo>
                  <a:lnTo>
                    <a:pt x="0" y="35180"/>
                  </a:lnTo>
                  <a:lnTo>
                    <a:pt x="47391" y="35180"/>
                  </a:lnTo>
                  <a:lnTo>
                    <a:pt x="473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2" name="Google Shape;482;p34"/>
          <p:cNvSpPr/>
          <p:nvPr/>
        </p:nvSpPr>
        <p:spPr>
          <a:xfrm>
            <a:off x="165875" y="405400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34"/>
          <p:cNvSpPr/>
          <p:nvPr/>
        </p:nvSpPr>
        <p:spPr>
          <a:xfrm>
            <a:off x="165875" y="1087983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34"/>
          <p:cNvSpPr/>
          <p:nvPr/>
        </p:nvSpPr>
        <p:spPr>
          <a:xfrm>
            <a:off x="165875" y="1770542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34"/>
          <p:cNvSpPr/>
          <p:nvPr/>
        </p:nvSpPr>
        <p:spPr>
          <a:xfrm>
            <a:off x="165875" y="2453125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4"/>
          <p:cNvSpPr/>
          <p:nvPr/>
        </p:nvSpPr>
        <p:spPr>
          <a:xfrm>
            <a:off x="165875" y="3135708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34"/>
          <p:cNvSpPr/>
          <p:nvPr/>
        </p:nvSpPr>
        <p:spPr>
          <a:xfrm>
            <a:off x="165875" y="3812192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34"/>
          <p:cNvSpPr/>
          <p:nvPr/>
        </p:nvSpPr>
        <p:spPr>
          <a:xfrm>
            <a:off x="165875" y="4494775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34"/>
          <p:cNvSpPr/>
          <p:nvPr/>
        </p:nvSpPr>
        <p:spPr>
          <a:xfrm>
            <a:off x="8251775" y="0"/>
            <a:ext cx="356100" cy="521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1_1"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Google Shape;491;p35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 flipH="1">
            <a:off x="-12" y="-12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35"/>
          <p:cNvSpPr/>
          <p:nvPr/>
        </p:nvSpPr>
        <p:spPr>
          <a:xfrm rot="10800000">
            <a:off x="8162447" y="-38904"/>
            <a:ext cx="1005490" cy="1125793"/>
          </a:xfrm>
          <a:custGeom>
            <a:avLst/>
            <a:gdLst/>
            <a:ahLst/>
            <a:cxnLst/>
            <a:rect l="l" t="t" r="r" b="b"/>
            <a:pathLst>
              <a:path w="13954" h="15623" extrusionOk="0">
                <a:moveTo>
                  <a:pt x="0" y="0"/>
                </a:moveTo>
                <a:lnTo>
                  <a:pt x="0" y="15622"/>
                </a:lnTo>
                <a:lnTo>
                  <a:pt x="13953" y="15622"/>
                </a:lnTo>
                <a:cubicBezTo>
                  <a:pt x="12848" y="15132"/>
                  <a:pt x="12176" y="13817"/>
                  <a:pt x="12415" y="12632"/>
                </a:cubicBezTo>
                <a:cubicBezTo>
                  <a:pt x="12558" y="11937"/>
                  <a:pt x="12968" y="11191"/>
                  <a:pt x="12621" y="10582"/>
                </a:cubicBezTo>
                <a:cubicBezTo>
                  <a:pt x="12377" y="10156"/>
                  <a:pt x="11873" y="10007"/>
                  <a:pt x="11364" y="10007"/>
                </a:cubicBezTo>
                <a:cubicBezTo>
                  <a:pt x="11194" y="10007"/>
                  <a:pt x="11022" y="10024"/>
                  <a:pt x="10861" y="10052"/>
                </a:cubicBezTo>
                <a:cubicBezTo>
                  <a:pt x="10385" y="10137"/>
                  <a:pt x="9897" y="10292"/>
                  <a:pt x="9417" y="10292"/>
                </a:cubicBezTo>
                <a:cubicBezTo>
                  <a:pt x="9254" y="10292"/>
                  <a:pt x="9091" y="10274"/>
                  <a:pt x="8930" y="10229"/>
                </a:cubicBezTo>
                <a:cubicBezTo>
                  <a:pt x="8605" y="10138"/>
                  <a:pt x="8321" y="9938"/>
                  <a:pt x="8121" y="9665"/>
                </a:cubicBezTo>
                <a:cubicBezTo>
                  <a:pt x="7985" y="9477"/>
                  <a:pt x="7871" y="9244"/>
                  <a:pt x="7649" y="9170"/>
                </a:cubicBezTo>
                <a:cubicBezTo>
                  <a:pt x="7594" y="9149"/>
                  <a:pt x="7539" y="9141"/>
                  <a:pt x="7484" y="9141"/>
                </a:cubicBezTo>
                <a:cubicBezTo>
                  <a:pt x="7289" y="9141"/>
                  <a:pt x="7088" y="9245"/>
                  <a:pt x="6897" y="9312"/>
                </a:cubicBezTo>
                <a:cubicBezTo>
                  <a:pt x="6818" y="9341"/>
                  <a:pt x="6728" y="9356"/>
                  <a:pt x="6640" y="9356"/>
                </a:cubicBezTo>
                <a:cubicBezTo>
                  <a:pt x="6450" y="9356"/>
                  <a:pt x="6270" y="9282"/>
                  <a:pt x="6231" y="9107"/>
                </a:cubicBezTo>
                <a:cubicBezTo>
                  <a:pt x="6185" y="8919"/>
                  <a:pt x="6350" y="8742"/>
                  <a:pt x="6521" y="8646"/>
                </a:cubicBezTo>
                <a:cubicBezTo>
                  <a:pt x="6692" y="8549"/>
                  <a:pt x="6891" y="8492"/>
                  <a:pt x="7022" y="8338"/>
                </a:cubicBezTo>
                <a:cubicBezTo>
                  <a:pt x="7216" y="8105"/>
                  <a:pt x="7142" y="7746"/>
                  <a:pt x="6994" y="7472"/>
                </a:cubicBezTo>
                <a:cubicBezTo>
                  <a:pt x="6846" y="7205"/>
                  <a:pt x="6629" y="6971"/>
                  <a:pt x="6544" y="6681"/>
                </a:cubicBezTo>
                <a:cubicBezTo>
                  <a:pt x="6498" y="6544"/>
                  <a:pt x="6481" y="6390"/>
                  <a:pt x="6384" y="6282"/>
                </a:cubicBezTo>
                <a:cubicBezTo>
                  <a:pt x="6219" y="6100"/>
                  <a:pt x="5912" y="6151"/>
                  <a:pt x="5712" y="6015"/>
                </a:cubicBezTo>
                <a:cubicBezTo>
                  <a:pt x="5445" y="5838"/>
                  <a:pt x="5462" y="5434"/>
                  <a:pt x="5251" y="5200"/>
                </a:cubicBezTo>
                <a:cubicBezTo>
                  <a:pt x="5131" y="5063"/>
                  <a:pt x="4955" y="5001"/>
                  <a:pt x="4795" y="4915"/>
                </a:cubicBezTo>
                <a:cubicBezTo>
                  <a:pt x="4408" y="4688"/>
                  <a:pt x="4152" y="4295"/>
                  <a:pt x="4101" y="3845"/>
                </a:cubicBezTo>
                <a:cubicBezTo>
                  <a:pt x="4072" y="3600"/>
                  <a:pt x="4101" y="3326"/>
                  <a:pt x="3952" y="3133"/>
                </a:cubicBezTo>
                <a:cubicBezTo>
                  <a:pt x="3850" y="3030"/>
                  <a:pt x="3725" y="2945"/>
                  <a:pt x="3588" y="2899"/>
                </a:cubicBezTo>
                <a:lnTo>
                  <a:pt x="2141" y="2256"/>
                </a:lnTo>
                <a:cubicBezTo>
                  <a:pt x="1885" y="2148"/>
                  <a:pt x="1623" y="2028"/>
                  <a:pt x="1418" y="1840"/>
                </a:cubicBezTo>
                <a:cubicBezTo>
                  <a:pt x="1299" y="1726"/>
                  <a:pt x="1190" y="1595"/>
                  <a:pt x="1093" y="1458"/>
                </a:cubicBezTo>
                <a:cubicBezTo>
                  <a:pt x="729" y="974"/>
                  <a:pt x="364" y="485"/>
                  <a:pt x="0" y="0"/>
                </a:cubicBezTo>
                <a:close/>
              </a:path>
            </a:pathLst>
          </a:custGeom>
          <a:solidFill>
            <a:srgbClr val="F8CD7D">
              <a:alpha val="549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35"/>
          <p:cNvSpPr/>
          <p:nvPr/>
        </p:nvSpPr>
        <p:spPr>
          <a:xfrm>
            <a:off x="531848" y="234173"/>
            <a:ext cx="8020500" cy="4739100"/>
          </a:xfrm>
          <a:prstGeom prst="roundRect">
            <a:avLst>
              <a:gd name="adj" fmla="val 203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5"/>
          <p:cNvSpPr/>
          <p:nvPr/>
        </p:nvSpPr>
        <p:spPr>
          <a:xfrm>
            <a:off x="579100" y="205225"/>
            <a:ext cx="8020500" cy="4739100"/>
          </a:xfrm>
          <a:prstGeom prst="roundRect">
            <a:avLst>
              <a:gd name="adj" fmla="val 203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35"/>
          <p:cNvSpPr/>
          <p:nvPr/>
        </p:nvSpPr>
        <p:spPr>
          <a:xfrm>
            <a:off x="165888" y="402338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35"/>
          <p:cNvSpPr/>
          <p:nvPr/>
        </p:nvSpPr>
        <p:spPr>
          <a:xfrm>
            <a:off x="165888" y="1084921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35"/>
          <p:cNvSpPr/>
          <p:nvPr/>
        </p:nvSpPr>
        <p:spPr>
          <a:xfrm>
            <a:off x="165888" y="1767504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35"/>
          <p:cNvSpPr/>
          <p:nvPr/>
        </p:nvSpPr>
        <p:spPr>
          <a:xfrm>
            <a:off x="165888" y="2450088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35"/>
          <p:cNvSpPr/>
          <p:nvPr/>
        </p:nvSpPr>
        <p:spPr>
          <a:xfrm>
            <a:off x="165888" y="3132671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35"/>
          <p:cNvSpPr/>
          <p:nvPr/>
        </p:nvSpPr>
        <p:spPr>
          <a:xfrm>
            <a:off x="165888" y="3815254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35"/>
          <p:cNvSpPr/>
          <p:nvPr/>
        </p:nvSpPr>
        <p:spPr>
          <a:xfrm>
            <a:off x="165875" y="4497838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rand Hotel"/>
              <a:buNone/>
              <a:defRPr sz="2800">
                <a:solidFill>
                  <a:schemeClr val="dk1"/>
                </a:solidFill>
                <a:latin typeface="Grand Hotel"/>
                <a:ea typeface="Grand Hotel"/>
                <a:cs typeface="Grand Hotel"/>
                <a:sym typeface="Grand Hotel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rand Hotel"/>
              <a:buNone/>
              <a:defRPr sz="2800">
                <a:solidFill>
                  <a:schemeClr val="dk1"/>
                </a:solidFill>
                <a:latin typeface="Grand Hotel"/>
                <a:ea typeface="Grand Hotel"/>
                <a:cs typeface="Grand Hotel"/>
                <a:sym typeface="Grand Hotel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rand Hotel"/>
              <a:buNone/>
              <a:defRPr sz="2800">
                <a:solidFill>
                  <a:schemeClr val="dk1"/>
                </a:solidFill>
                <a:latin typeface="Grand Hotel"/>
                <a:ea typeface="Grand Hotel"/>
                <a:cs typeface="Grand Hotel"/>
                <a:sym typeface="Grand Hotel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rand Hotel"/>
              <a:buNone/>
              <a:defRPr sz="2800">
                <a:solidFill>
                  <a:schemeClr val="dk1"/>
                </a:solidFill>
                <a:latin typeface="Grand Hotel"/>
                <a:ea typeface="Grand Hotel"/>
                <a:cs typeface="Grand Hotel"/>
                <a:sym typeface="Grand Hotel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rand Hotel"/>
              <a:buNone/>
              <a:defRPr sz="2800">
                <a:solidFill>
                  <a:schemeClr val="dk1"/>
                </a:solidFill>
                <a:latin typeface="Grand Hotel"/>
                <a:ea typeface="Grand Hotel"/>
                <a:cs typeface="Grand Hotel"/>
                <a:sym typeface="Grand Hotel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rand Hotel"/>
              <a:buNone/>
              <a:defRPr sz="2800">
                <a:solidFill>
                  <a:schemeClr val="dk1"/>
                </a:solidFill>
                <a:latin typeface="Grand Hotel"/>
                <a:ea typeface="Grand Hotel"/>
                <a:cs typeface="Grand Hotel"/>
                <a:sym typeface="Grand Hotel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rand Hotel"/>
              <a:buNone/>
              <a:defRPr sz="2800">
                <a:solidFill>
                  <a:schemeClr val="dk1"/>
                </a:solidFill>
                <a:latin typeface="Grand Hotel"/>
                <a:ea typeface="Grand Hotel"/>
                <a:cs typeface="Grand Hotel"/>
                <a:sym typeface="Grand Hotel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rand Hotel"/>
              <a:buNone/>
              <a:defRPr sz="2800">
                <a:solidFill>
                  <a:schemeClr val="dk1"/>
                </a:solidFill>
                <a:latin typeface="Grand Hotel"/>
                <a:ea typeface="Grand Hotel"/>
                <a:cs typeface="Grand Hotel"/>
                <a:sym typeface="Grand Hotel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rand Hotel"/>
              <a:buNone/>
              <a:defRPr sz="2800">
                <a:solidFill>
                  <a:schemeClr val="dk1"/>
                </a:solidFill>
                <a:latin typeface="Grand Hotel"/>
                <a:ea typeface="Grand Hotel"/>
                <a:cs typeface="Grand Hotel"/>
                <a:sym typeface="Grand Hote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dika"/>
              <a:buChar char="●"/>
              <a:defRPr>
                <a:solidFill>
                  <a:schemeClr val="dk2"/>
                </a:solidFill>
                <a:latin typeface="Andika"/>
                <a:ea typeface="Andika"/>
                <a:cs typeface="Andika"/>
                <a:sym typeface="Andika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dika"/>
              <a:buChar char="○"/>
              <a:defRPr>
                <a:solidFill>
                  <a:schemeClr val="dk2"/>
                </a:solidFill>
                <a:latin typeface="Andika"/>
                <a:ea typeface="Andika"/>
                <a:cs typeface="Andika"/>
                <a:sym typeface="Andika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dika"/>
              <a:buChar char="■"/>
              <a:defRPr>
                <a:solidFill>
                  <a:schemeClr val="dk2"/>
                </a:solidFill>
                <a:latin typeface="Andika"/>
                <a:ea typeface="Andika"/>
                <a:cs typeface="Andika"/>
                <a:sym typeface="Andika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dika"/>
              <a:buChar char="●"/>
              <a:defRPr>
                <a:solidFill>
                  <a:schemeClr val="dk2"/>
                </a:solidFill>
                <a:latin typeface="Andika"/>
                <a:ea typeface="Andika"/>
                <a:cs typeface="Andika"/>
                <a:sym typeface="Andika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dika"/>
              <a:buChar char="○"/>
              <a:defRPr>
                <a:solidFill>
                  <a:schemeClr val="dk2"/>
                </a:solidFill>
                <a:latin typeface="Andika"/>
                <a:ea typeface="Andika"/>
                <a:cs typeface="Andika"/>
                <a:sym typeface="Andika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dika"/>
              <a:buChar char="■"/>
              <a:defRPr>
                <a:solidFill>
                  <a:schemeClr val="dk2"/>
                </a:solidFill>
                <a:latin typeface="Andika"/>
                <a:ea typeface="Andika"/>
                <a:cs typeface="Andika"/>
                <a:sym typeface="Andika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dika"/>
              <a:buChar char="●"/>
              <a:defRPr>
                <a:solidFill>
                  <a:schemeClr val="dk2"/>
                </a:solidFill>
                <a:latin typeface="Andika"/>
                <a:ea typeface="Andika"/>
                <a:cs typeface="Andika"/>
                <a:sym typeface="Andika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dika"/>
              <a:buChar char="○"/>
              <a:defRPr>
                <a:solidFill>
                  <a:schemeClr val="dk2"/>
                </a:solidFill>
                <a:latin typeface="Andika"/>
                <a:ea typeface="Andika"/>
                <a:cs typeface="Andika"/>
                <a:sym typeface="Andika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dika"/>
              <a:buChar char="■"/>
              <a:defRPr>
                <a:solidFill>
                  <a:schemeClr val="dk2"/>
                </a:solidFill>
                <a:latin typeface="Andika"/>
                <a:ea typeface="Andika"/>
                <a:cs typeface="Andika"/>
                <a:sym typeface="Andik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71" r:id="rId3"/>
    <p:sldLayoutId id="2147483679" r:id="rId4"/>
    <p:sldLayoutId id="2147483680" r:id="rId5"/>
    <p:sldLayoutId id="2147483681" r:id="rId6"/>
  </p:sldLayoutIdLst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customXml" Target="../ink/ink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png"/><Relationship Id="rId5" Type="http://schemas.openxmlformats.org/officeDocument/2006/relationships/customXml" Target="../ink/ink2.xml"/><Relationship Id="rId4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9.png"/><Relationship Id="rId4" Type="http://schemas.openxmlformats.org/officeDocument/2006/relationships/customXml" Target="../ink/ink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1.png"/><Relationship Id="rId4" Type="http://schemas.openxmlformats.org/officeDocument/2006/relationships/customXml" Target="../ink/ink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2.png"/><Relationship Id="rId4" Type="http://schemas.openxmlformats.org/officeDocument/2006/relationships/customXml" Target="../ink/ink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6.png"/><Relationship Id="rId5" Type="http://schemas.openxmlformats.org/officeDocument/2006/relationships/customXml" Target="../ink/ink6.xml"/><Relationship Id="rId4" Type="http://schemas.openxmlformats.org/officeDocument/2006/relationships/image" Target="../media/image4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38"/>
          <p:cNvGrpSpPr/>
          <p:nvPr/>
        </p:nvGrpSpPr>
        <p:grpSpPr>
          <a:xfrm>
            <a:off x="2129626" y="967949"/>
            <a:ext cx="3598696" cy="3600234"/>
            <a:chOff x="3069613" y="998421"/>
            <a:chExt cx="2886809" cy="2888043"/>
          </a:xfrm>
        </p:grpSpPr>
        <p:sp>
          <p:nvSpPr>
            <p:cNvPr id="511" name="Google Shape;511;p38"/>
            <p:cNvSpPr/>
            <p:nvPr/>
          </p:nvSpPr>
          <p:spPr>
            <a:xfrm>
              <a:off x="3069612" y="998421"/>
              <a:ext cx="2886809" cy="2888043"/>
            </a:xfrm>
            <a:custGeom>
              <a:avLst/>
              <a:gdLst/>
              <a:ahLst/>
              <a:cxnLst/>
              <a:rect l="l" t="t" r="r" b="b"/>
              <a:pathLst>
                <a:path w="14045" h="14051" extrusionOk="0">
                  <a:moveTo>
                    <a:pt x="0" y="0"/>
                  </a:moveTo>
                  <a:lnTo>
                    <a:pt x="0" y="14050"/>
                  </a:lnTo>
                  <a:lnTo>
                    <a:pt x="14044" y="14050"/>
                  </a:lnTo>
                  <a:lnTo>
                    <a:pt x="1404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2" name="Google Shape;512;p38"/>
            <p:cNvGrpSpPr/>
            <p:nvPr/>
          </p:nvGrpSpPr>
          <p:grpSpPr>
            <a:xfrm>
              <a:off x="3114009" y="1044051"/>
              <a:ext cx="2798031" cy="2797824"/>
              <a:chOff x="3114009" y="1044051"/>
              <a:chExt cx="2798031" cy="2797824"/>
            </a:xfrm>
          </p:grpSpPr>
          <p:sp>
            <p:nvSpPr>
              <p:cNvPr id="513" name="Google Shape;513;p38"/>
              <p:cNvSpPr/>
              <p:nvPr/>
            </p:nvSpPr>
            <p:spPr>
              <a:xfrm>
                <a:off x="3114009" y="2515520"/>
                <a:ext cx="1326555" cy="1326350"/>
              </a:xfrm>
              <a:custGeom>
                <a:avLst/>
                <a:gdLst/>
                <a:ahLst/>
                <a:cxnLst/>
                <a:rect l="l" t="t" r="r" b="b"/>
                <a:pathLst>
                  <a:path w="6454" h="6453" extrusionOk="0">
                    <a:moveTo>
                      <a:pt x="1" y="0"/>
                    </a:moveTo>
                    <a:lnTo>
                      <a:pt x="1" y="416"/>
                    </a:lnTo>
                    <a:lnTo>
                      <a:pt x="6037" y="6453"/>
                    </a:lnTo>
                    <a:lnTo>
                      <a:pt x="6453" y="645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38"/>
              <p:cNvSpPr/>
              <p:nvPr/>
            </p:nvSpPr>
            <p:spPr>
              <a:xfrm>
                <a:off x="3114009" y="2300113"/>
                <a:ext cx="1541961" cy="1541756"/>
              </a:xfrm>
              <a:custGeom>
                <a:avLst/>
                <a:gdLst/>
                <a:ahLst/>
                <a:cxnLst/>
                <a:rect l="l" t="t" r="r" b="b"/>
                <a:pathLst>
                  <a:path w="7502" h="7501" extrusionOk="0">
                    <a:moveTo>
                      <a:pt x="1" y="0"/>
                    </a:moveTo>
                    <a:lnTo>
                      <a:pt x="1" y="416"/>
                    </a:lnTo>
                    <a:lnTo>
                      <a:pt x="7085" y="7501"/>
                    </a:lnTo>
                    <a:lnTo>
                      <a:pt x="7501" y="75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38"/>
              <p:cNvSpPr/>
              <p:nvPr/>
            </p:nvSpPr>
            <p:spPr>
              <a:xfrm>
                <a:off x="3114009" y="2084706"/>
                <a:ext cx="1757367" cy="1757161"/>
              </a:xfrm>
              <a:custGeom>
                <a:avLst/>
                <a:gdLst/>
                <a:ahLst/>
                <a:cxnLst/>
                <a:rect l="l" t="t" r="r" b="b"/>
                <a:pathLst>
                  <a:path w="8550" h="8549" extrusionOk="0">
                    <a:moveTo>
                      <a:pt x="1" y="0"/>
                    </a:moveTo>
                    <a:lnTo>
                      <a:pt x="1" y="416"/>
                    </a:lnTo>
                    <a:lnTo>
                      <a:pt x="8133" y="8549"/>
                    </a:lnTo>
                    <a:lnTo>
                      <a:pt x="8549" y="854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38"/>
              <p:cNvSpPr/>
              <p:nvPr/>
            </p:nvSpPr>
            <p:spPr>
              <a:xfrm>
                <a:off x="3114009" y="1437251"/>
                <a:ext cx="2404612" cy="2404612"/>
              </a:xfrm>
              <a:custGeom>
                <a:avLst/>
                <a:gdLst/>
                <a:ahLst/>
                <a:cxnLst/>
                <a:rect l="l" t="t" r="r" b="b"/>
                <a:pathLst>
                  <a:path w="11699" h="11699" extrusionOk="0">
                    <a:moveTo>
                      <a:pt x="1" y="1"/>
                    </a:moveTo>
                    <a:lnTo>
                      <a:pt x="1" y="417"/>
                    </a:lnTo>
                    <a:lnTo>
                      <a:pt x="11283" y="11699"/>
                    </a:lnTo>
                    <a:lnTo>
                      <a:pt x="11698" y="1169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38"/>
              <p:cNvSpPr/>
              <p:nvPr/>
            </p:nvSpPr>
            <p:spPr>
              <a:xfrm>
                <a:off x="3114009" y="1652658"/>
                <a:ext cx="2189207" cy="2189207"/>
              </a:xfrm>
              <a:custGeom>
                <a:avLst/>
                <a:gdLst/>
                <a:ahLst/>
                <a:cxnLst/>
                <a:rect l="l" t="t" r="r" b="b"/>
                <a:pathLst>
                  <a:path w="10651" h="10651" extrusionOk="0">
                    <a:moveTo>
                      <a:pt x="1" y="1"/>
                    </a:moveTo>
                    <a:lnTo>
                      <a:pt x="1" y="422"/>
                    </a:lnTo>
                    <a:lnTo>
                      <a:pt x="10229" y="10651"/>
                    </a:lnTo>
                    <a:lnTo>
                      <a:pt x="10651" y="1065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38"/>
              <p:cNvSpPr/>
              <p:nvPr/>
            </p:nvSpPr>
            <p:spPr>
              <a:xfrm>
                <a:off x="3114009" y="1869299"/>
                <a:ext cx="1972567" cy="1972567"/>
              </a:xfrm>
              <a:custGeom>
                <a:avLst/>
                <a:gdLst/>
                <a:ahLst/>
                <a:cxnLst/>
                <a:rect l="l" t="t" r="r" b="b"/>
                <a:pathLst>
                  <a:path w="9597" h="9597" extrusionOk="0">
                    <a:moveTo>
                      <a:pt x="1" y="0"/>
                    </a:moveTo>
                    <a:lnTo>
                      <a:pt x="1" y="416"/>
                    </a:lnTo>
                    <a:lnTo>
                      <a:pt x="9181" y="9597"/>
                    </a:lnTo>
                    <a:lnTo>
                      <a:pt x="9597" y="959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38"/>
              <p:cNvSpPr/>
              <p:nvPr/>
            </p:nvSpPr>
            <p:spPr>
              <a:xfrm>
                <a:off x="3114009" y="2730927"/>
                <a:ext cx="1111149" cy="1110944"/>
              </a:xfrm>
              <a:custGeom>
                <a:avLst/>
                <a:gdLst/>
                <a:ahLst/>
                <a:cxnLst/>
                <a:rect l="l" t="t" r="r" b="b"/>
                <a:pathLst>
                  <a:path w="5406" h="5405" extrusionOk="0">
                    <a:moveTo>
                      <a:pt x="1" y="0"/>
                    </a:moveTo>
                    <a:lnTo>
                      <a:pt x="1" y="416"/>
                    </a:lnTo>
                    <a:lnTo>
                      <a:pt x="4990" y="5405"/>
                    </a:lnTo>
                    <a:lnTo>
                      <a:pt x="5405" y="540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38"/>
              <p:cNvSpPr/>
              <p:nvPr/>
            </p:nvSpPr>
            <p:spPr>
              <a:xfrm>
                <a:off x="3114009" y="1044051"/>
                <a:ext cx="2798016" cy="2797810"/>
              </a:xfrm>
              <a:custGeom>
                <a:avLst/>
                <a:gdLst/>
                <a:ahLst/>
                <a:cxnLst/>
                <a:rect l="l" t="t" r="r" b="b"/>
                <a:pathLst>
                  <a:path w="13613" h="13612" extrusionOk="0">
                    <a:moveTo>
                      <a:pt x="1" y="0"/>
                    </a:moveTo>
                    <a:lnTo>
                      <a:pt x="1" y="234"/>
                    </a:lnTo>
                    <a:lnTo>
                      <a:pt x="13379" y="13612"/>
                    </a:lnTo>
                    <a:lnTo>
                      <a:pt x="13612" y="13612"/>
                    </a:lnTo>
                    <a:lnTo>
                      <a:pt x="13612" y="13430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38"/>
              <p:cNvSpPr/>
              <p:nvPr/>
            </p:nvSpPr>
            <p:spPr>
              <a:xfrm>
                <a:off x="5880182" y="1044051"/>
                <a:ext cx="31859" cy="31859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55" extrusionOk="0">
                    <a:moveTo>
                      <a:pt x="0" y="0"/>
                    </a:moveTo>
                    <a:lnTo>
                      <a:pt x="154" y="154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38"/>
              <p:cNvSpPr/>
              <p:nvPr/>
            </p:nvSpPr>
            <p:spPr>
              <a:xfrm>
                <a:off x="3114009" y="3378176"/>
                <a:ext cx="463698" cy="463698"/>
              </a:xfrm>
              <a:custGeom>
                <a:avLst/>
                <a:gdLst/>
                <a:ahLst/>
                <a:cxnLst/>
                <a:rect l="l" t="t" r="r" b="b"/>
                <a:pathLst>
                  <a:path w="2256" h="2256" extrusionOk="0">
                    <a:moveTo>
                      <a:pt x="1" y="1"/>
                    </a:moveTo>
                    <a:lnTo>
                      <a:pt x="1" y="416"/>
                    </a:lnTo>
                    <a:lnTo>
                      <a:pt x="1840" y="2256"/>
                    </a:lnTo>
                    <a:lnTo>
                      <a:pt x="2256" y="225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38"/>
              <p:cNvSpPr/>
              <p:nvPr/>
            </p:nvSpPr>
            <p:spPr>
              <a:xfrm>
                <a:off x="3114009" y="3593583"/>
                <a:ext cx="248292" cy="248292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1208" extrusionOk="0">
                    <a:moveTo>
                      <a:pt x="1" y="0"/>
                    </a:moveTo>
                    <a:lnTo>
                      <a:pt x="1" y="416"/>
                    </a:lnTo>
                    <a:lnTo>
                      <a:pt x="792" y="1208"/>
                    </a:lnTo>
                    <a:lnTo>
                      <a:pt x="1208" y="120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38"/>
              <p:cNvSpPr/>
              <p:nvPr/>
            </p:nvSpPr>
            <p:spPr>
              <a:xfrm>
                <a:off x="3114009" y="2946334"/>
                <a:ext cx="895743" cy="895538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4357" extrusionOk="0">
                    <a:moveTo>
                      <a:pt x="1" y="0"/>
                    </a:moveTo>
                    <a:lnTo>
                      <a:pt x="1" y="421"/>
                    </a:lnTo>
                    <a:lnTo>
                      <a:pt x="3936" y="4357"/>
                    </a:lnTo>
                    <a:lnTo>
                      <a:pt x="4357" y="435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38"/>
              <p:cNvSpPr/>
              <p:nvPr/>
            </p:nvSpPr>
            <p:spPr>
              <a:xfrm>
                <a:off x="3114009" y="3162769"/>
                <a:ext cx="679104" cy="679104"/>
              </a:xfrm>
              <a:custGeom>
                <a:avLst/>
                <a:gdLst/>
                <a:ahLst/>
                <a:cxnLst/>
                <a:rect l="l" t="t" r="r" b="b"/>
                <a:pathLst>
                  <a:path w="3304" h="3304" extrusionOk="0">
                    <a:moveTo>
                      <a:pt x="1" y="1"/>
                    </a:moveTo>
                    <a:lnTo>
                      <a:pt x="1" y="416"/>
                    </a:lnTo>
                    <a:lnTo>
                      <a:pt x="2888" y="3304"/>
                    </a:lnTo>
                    <a:lnTo>
                      <a:pt x="3304" y="330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38"/>
              <p:cNvSpPr/>
              <p:nvPr/>
            </p:nvSpPr>
            <p:spPr>
              <a:xfrm>
                <a:off x="3496727" y="1044051"/>
                <a:ext cx="2415301" cy="2415095"/>
              </a:xfrm>
              <a:custGeom>
                <a:avLst/>
                <a:gdLst/>
                <a:ahLst/>
                <a:cxnLst/>
                <a:rect l="l" t="t" r="r" b="b"/>
                <a:pathLst>
                  <a:path w="11751" h="11750" extrusionOk="0">
                    <a:moveTo>
                      <a:pt x="1" y="0"/>
                    </a:moveTo>
                    <a:lnTo>
                      <a:pt x="11750" y="11749"/>
                    </a:lnTo>
                    <a:lnTo>
                      <a:pt x="11750" y="11334"/>
                    </a:lnTo>
                    <a:lnTo>
                      <a:pt x="41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38"/>
              <p:cNvSpPr/>
              <p:nvPr/>
            </p:nvSpPr>
            <p:spPr>
              <a:xfrm>
                <a:off x="5017320" y="1044051"/>
                <a:ext cx="894716" cy="894510"/>
              </a:xfrm>
              <a:custGeom>
                <a:avLst/>
                <a:gdLst/>
                <a:ahLst/>
                <a:cxnLst/>
                <a:rect l="l" t="t" r="r" b="b"/>
                <a:pathLst>
                  <a:path w="4353" h="4352" extrusionOk="0">
                    <a:moveTo>
                      <a:pt x="1" y="0"/>
                    </a:moveTo>
                    <a:lnTo>
                      <a:pt x="4352" y="4351"/>
                    </a:lnTo>
                    <a:lnTo>
                      <a:pt x="4352" y="3936"/>
                    </a:lnTo>
                    <a:lnTo>
                      <a:pt x="41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38"/>
              <p:cNvSpPr/>
              <p:nvPr/>
            </p:nvSpPr>
            <p:spPr>
              <a:xfrm>
                <a:off x="5232727" y="1044051"/>
                <a:ext cx="679310" cy="679104"/>
              </a:xfrm>
              <a:custGeom>
                <a:avLst/>
                <a:gdLst/>
                <a:ahLst/>
                <a:cxnLst/>
                <a:rect l="l" t="t" r="r" b="b"/>
                <a:pathLst>
                  <a:path w="3305" h="3304" extrusionOk="0">
                    <a:moveTo>
                      <a:pt x="1" y="0"/>
                    </a:moveTo>
                    <a:lnTo>
                      <a:pt x="3304" y="3304"/>
                    </a:lnTo>
                    <a:lnTo>
                      <a:pt x="3304" y="2888"/>
                    </a:lnTo>
                    <a:lnTo>
                      <a:pt x="41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38"/>
              <p:cNvSpPr/>
              <p:nvPr/>
            </p:nvSpPr>
            <p:spPr>
              <a:xfrm>
                <a:off x="4802119" y="1044051"/>
                <a:ext cx="1109916" cy="1109916"/>
              </a:xfrm>
              <a:custGeom>
                <a:avLst/>
                <a:gdLst/>
                <a:ahLst/>
                <a:cxnLst/>
                <a:rect l="l" t="t" r="r" b="b"/>
                <a:pathLst>
                  <a:path w="5400" h="5400" extrusionOk="0">
                    <a:moveTo>
                      <a:pt x="0" y="0"/>
                    </a:moveTo>
                    <a:lnTo>
                      <a:pt x="5399" y="5399"/>
                    </a:lnTo>
                    <a:lnTo>
                      <a:pt x="5399" y="4984"/>
                    </a:lnTo>
                    <a:lnTo>
                      <a:pt x="41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38"/>
              <p:cNvSpPr/>
              <p:nvPr/>
            </p:nvSpPr>
            <p:spPr>
              <a:xfrm>
                <a:off x="5664775" y="1044051"/>
                <a:ext cx="247265" cy="248292"/>
              </a:xfrm>
              <a:custGeom>
                <a:avLst/>
                <a:gdLst/>
                <a:ahLst/>
                <a:cxnLst/>
                <a:rect l="l" t="t" r="r" b="b"/>
                <a:pathLst>
                  <a:path w="1203" h="1208" extrusionOk="0">
                    <a:moveTo>
                      <a:pt x="0" y="0"/>
                    </a:moveTo>
                    <a:lnTo>
                      <a:pt x="1202" y="1208"/>
                    </a:lnTo>
                    <a:lnTo>
                      <a:pt x="1202" y="786"/>
                    </a:lnTo>
                    <a:lnTo>
                      <a:pt x="41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38"/>
              <p:cNvSpPr/>
              <p:nvPr/>
            </p:nvSpPr>
            <p:spPr>
              <a:xfrm>
                <a:off x="4586711" y="1044051"/>
                <a:ext cx="1325322" cy="1325322"/>
              </a:xfrm>
              <a:custGeom>
                <a:avLst/>
                <a:gdLst/>
                <a:ahLst/>
                <a:cxnLst/>
                <a:rect l="l" t="t" r="r" b="b"/>
                <a:pathLst>
                  <a:path w="6448" h="6448" extrusionOk="0">
                    <a:moveTo>
                      <a:pt x="0" y="0"/>
                    </a:moveTo>
                    <a:lnTo>
                      <a:pt x="6447" y="6447"/>
                    </a:lnTo>
                    <a:lnTo>
                      <a:pt x="6447" y="6032"/>
                    </a:lnTo>
                    <a:lnTo>
                      <a:pt x="41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38"/>
              <p:cNvSpPr/>
              <p:nvPr/>
            </p:nvSpPr>
            <p:spPr>
              <a:xfrm>
                <a:off x="5448134" y="1044051"/>
                <a:ext cx="463904" cy="463698"/>
              </a:xfrm>
              <a:custGeom>
                <a:avLst/>
                <a:gdLst/>
                <a:ahLst/>
                <a:cxnLst/>
                <a:rect l="l" t="t" r="r" b="b"/>
                <a:pathLst>
                  <a:path w="2257" h="2256" extrusionOk="0">
                    <a:moveTo>
                      <a:pt x="1" y="0"/>
                    </a:moveTo>
                    <a:lnTo>
                      <a:pt x="2256" y="2256"/>
                    </a:lnTo>
                    <a:lnTo>
                      <a:pt x="2256" y="1840"/>
                    </a:lnTo>
                    <a:lnTo>
                      <a:pt x="41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38"/>
              <p:cNvSpPr/>
              <p:nvPr/>
            </p:nvSpPr>
            <p:spPr>
              <a:xfrm>
                <a:off x="4144181" y="1044051"/>
                <a:ext cx="1767850" cy="1767850"/>
              </a:xfrm>
              <a:custGeom>
                <a:avLst/>
                <a:gdLst/>
                <a:ahLst/>
                <a:cxnLst/>
                <a:rect l="l" t="t" r="r" b="b"/>
                <a:pathLst>
                  <a:path w="8601" h="8601" extrusionOk="0">
                    <a:moveTo>
                      <a:pt x="0" y="0"/>
                    </a:moveTo>
                    <a:lnTo>
                      <a:pt x="8600" y="8600"/>
                    </a:lnTo>
                    <a:lnTo>
                      <a:pt x="8600" y="8184"/>
                    </a:lnTo>
                    <a:lnTo>
                      <a:pt x="41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38"/>
              <p:cNvSpPr/>
              <p:nvPr/>
            </p:nvSpPr>
            <p:spPr>
              <a:xfrm>
                <a:off x="4370071" y="1044051"/>
                <a:ext cx="1541961" cy="1541756"/>
              </a:xfrm>
              <a:custGeom>
                <a:avLst/>
                <a:gdLst/>
                <a:ahLst/>
                <a:cxnLst/>
                <a:rect l="l" t="t" r="r" b="b"/>
                <a:pathLst>
                  <a:path w="7502" h="7501" extrusionOk="0">
                    <a:moveTo>
                      <a:pt x="0" y="0"/>
                    </a:moveTo>
                    <a:lnTo>
                      <a:pt x="7501" y="7501"/>
                    </a:lnTo>
                    <a:lnTo>
                      <a:pt x="7501" y="7079"/>
                    </a:lnTo>
                    <a:lnTo>
                      <a:pt x="42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38"/>
              <p:cNvSpPr/>
              <p:nvPr/>
            </p:nvSpPr>
            <p:spPr>
              <a:xfrm>
                <a:off x="3281320" y="1044051"/>
                <a:ext cx="2630706" cy="2630501"/>
              </a:xfrm>
              <a:custGeom>
                <a:avLst/>
                <a:gdLst/>
                <a:ahLst/>
                <a:cxnLst/>
                <a:rect l="l" t="t" r="r" b="b"/>
                <a:pathLst>
                  <a:path w="12799" h="12798" extrusionOk="0">
                    <a:moveTo>
                      <a:pt x="1" y="0"/>
                    </a:moveTo>
                    <a:lnTo>
                      <a:pt x="12798" y="12797"/>
                    </a:lnTo>
                    <a:lnTo>
                      <a:pt x="12798" y="12382"/>
                    </a:lnTo>
                    <a:lnTo>
                      <a:pt x="41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38"/>
              <p:cNvSpPr/>
              <p:nvPr/>
            </p:nvSpPr>
            <p:spPr>
              <a:xfrm>
                <a:off x="3712134" y="1044051"/>
                <a:ext cx="2199895" cy="2199689"/>
              </a:xfrm>
              <a:custGeom>
                <a:avLst/>
                <a:gdLst/>
                <a:ahLst/>
                <a:cxnLst/>
                <a:rect l="l" t="t" r="r" b="b"/>
                <a:pathLst>
                  <a:path w="10703" h="10702" extrusionOk="0">
                    <a:moveTo>
                      <a:pt x="1" y="0"/>
                    </a:moveTo>
                    <a:lnTo>
                      <a:pt x="10702" y="10702"/>
                    </a:lnTo>
                    <a:lnTo>
                      <a:pt x="10702" y="10286"/>
                    </a:lnTo>
                    <a:lnTo>
                      <a:pt x="42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38"/>
              <p:cNvSpPr/>
              <p:nvPr/>
            </p:nvSpPr>
            <p:spPr>
              <a:xfrm>
                <a:off x="3114009" y="1222050"/>
                <a:ext cx="2620018" cy="2619813"/>
              </a:xfrm>
              <a:custGeom>
                <a:avLst/>
                <a:gdLst/>
                <a:ahLst/>
                <a:cxnLst/>
                <a:rect l="l" t="t" r="r" b="b"/>
                <a:pathLst>
                  <a:path w="12747" h="12746" extrusionOk="0">
                    <a:moveTo>
                      <a:pt x="1" y="0"/>
                    </a:moveTo>
                    <a:lnTo>
                      <a:pt x="1" y="416"/>
                    </a:lnTo>
                    <a:lnTo>
                      <a:pt x="12331" y="12746"/>
                    </a:lnTo>
                    <a:lnTo>
                      <a:pt x="12746" y="1274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38"/>
              <p:cNvSpPr/>
              <p:nvPr/>
            </p:nvSpPr>
            <p:spPr>
              <a:xfrm>
                <a:off x="3928774" y="1044051"/>
                <a:ext cx="1983255" cy="1983050"/>
              </a:xfrm>
              <a:custGeom>
                <a:avLst/>
                <a:gdLst/>
                <a:ahLst/>
                <a:cxnLst/>
                <a:rect l="l" t="t" r="r" b="b"/>
                <a:pathLst>
                  <a:path w="9649" h="9648" extrusionOk="0">
                    <a:moveTo>
                      <a:pt x="0" y="0"/>
                    </a:moveTo>
                    <a:lnTo>
                      <a:pt x="9648" y="9648"/>
                    </a:lnTo>
                    <a:lnTo>
                      <a:pt x="9648" y="9232"/>
                    </a:lnTo>
                    <a:lnTo>
                      <a:pt x="41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9" name="Google Shape;539;p38"/>
            <p:cNvSpPr/>
            <p:nvPr/>
          </p:nvSpPr>
          <p:spPr>
            <a:xfrm>
              <a:off x="3376280" y="1306321"/>
              <a:ext cx="2273478" cy="2273478"/>
            </a:xfrm>
            <a:custGeom>
              <a:avLst/>
              <a:gdLst/>
              <a:ahLst/>
              <a:cxnLst/>
              <a:rect l="l" t="t" r="r" b="b"/>
              <a:pathLst>
                <a:path w="11061" h="11061" extrusionOk="0">
                  <a:moveTo>
                    <a:pt x="0" y="0"/>
                  </a:moveTo>
                  <a:lnTo>
                    <a:pt x="0" y="11060"/>
                  </a:lnTo>
                  <a:lnTo>
                    <a:pt x="11060" y="11060"/>
                  </a:lnTo>
                  <a:lnTo>
                    <a:pt x="1106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8"/>
            <p:cNvSpPr/>
            <p:nvPr/>
          </p:nvSpPr>
          <p:spPr>
            <a:xfrm>
              <a:off x="3454591" y="1384633"/>
              <a:ext cx="2116651" cy="2116651"/>
            </a:xfrm>
            <a:custGeom>
              <a:avLst/>
              <a:gdLst/>
              <a:ahLst/>
              <a:cxnLst/>
              <a:rect l="l" t="t" r="r" b="b"/>
              <a:pathLst>
                <a:path w="10298" h="10298" extrusionOk="0">
                  <a:moveTo>
                    <a:pt x="1" y="1"/>
                  </a:moveTo>
                  <a:lnTo>
                    <a:pt x="1" y="10298"/>
                  </a:lnTo>
                  <a:lnTo>
                    <a:pt x="10298" y="10298"/>
                  </a:lnTo>
                  <a:lnTo>
                    <a:pt x="10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1" name="Google Shape;541;p38"/>
          <p:cNvGrpSpPr/>
          <p:nvPr/>
        </p:nvGrpSpPr>
        <p:grpSpPr>
          <a:xfrm>
            <a:off x="1081361" y="535677"/>
            <a:ext cx="6475486" cy="4149481"/>
            <a:chOff x="1081361" y="535677"/>
            <a:chExt cx="6475486" cy="4149481"/>
          </a:xfrm>
        </p:grpSpPr>
        <p:grpSp>
          <p:nvGrpSpPr>
            <p:cNvPr id="542" name="Google Shape;542;p38"/>
            <p:cNvGrpSpPr/>
            <p:nvPr/>
          </p:nvGrpSpPr>
          <p:grpSpPr>
            <a:xfrm>
              <a:off x="1081361" y="613018"/>
              <a:ext cx="6475412" cy="4072140"/>
              <a:chOff x="3000303" y="998421"/>
              <a:chExt cx="2911737" cy="2888043"/>
            </a:xfrm>
          </p:grpSpPr>
          <p:sp>
            <p:nvSpPr>
              <p:cNvPr id="543" name="Google Shape;543;p38"/>
              <p:cNvSpPr/>
              <p:nvPr/>
            </p:nvSpPr>
            <p:spPr>
              <a:xfrm>
                <a:off x="3000303" y="998421"/>
                <a:ext cx="2886809" cy="2888043"/>
              </a:xfrm>
              <a:custGeom>
                <a:avLst/>
                <a:gdLst/>
                <a:ahLst/>
                <a:cxnLst/>
                <a:rect l="l" t="t" r="r" b="b"/>
                <a:pathLst>
                  <a:path w="14045" h="14051" extrusionOk="0">
                    <a:moveTo>
                      <a:pt x="0" y="0"/>
                    </a:moveTo>
                    <a:lnTo>
                      <a:pt x="0" y="14050"/>
                    </a:lnTo>
                    <a:lnTo>
                      <a:pt x="14044" y="14050"/>
                    </a:lnTo>
                    <a:lnTo>
                      <a:pt x="1404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44" name="Google Shape;544;p38"/>
              <p:cNvGrpSpPr/>
              <p:nvPr/>
            </p:nvGrpSpPr>
            <p:grpSpPr>
              <a:xfrm>
                <a:off x="3114009" y="1044051"/>
                <a:ext cx="2798031" cy="2797824"/>
                <a:chOff x="3114009" y="1044051"/>
                <a:chExt cx="2798031" cy="2797824"/>
              </a:xfrm>
            </p:grpSpPr>
            <p:sp>
              <p:nvSpPr>
                <p:cNvPr id="545" name="Google Shape;545;p38"/>
                <p:cNvSpPr/>
                <p:nvPr/>
              </p:nvSpPr>
              <p:spPr>
                <a:xfrm>
                  <a:off x="3114009" y="2515520"/>
                  <a:ext cx="1326555" cy="13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4" h="6453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6037" y="6453"/>
                      </a:lnTo>
                      <a:lnTo>
                        <a:pt x="6453" y="645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6" name="Google Shape;546;p38"/>
                <p:cNvSpPr/>
                <p:nvPr/>
              </p:nvSpPr>
              <p:spPr>
                <a:xfrm>
                  <a:off x="3114009" y="2300113"/>
                  <a:ext cx="1541961" cy="1541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2" h="7501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7085" y="7501"/>
                      </a:lnTo>
                      <a:lnTo>
                        <a:pt x="7501" y="7501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7" name="Google Shape;547;p38"/>
                <p:cNvSpPr/>
                <p:nvPr/>
              </p:nvSpPr>
              <p:spPr>
                <a:xfrm>
                  <a:off x="3114009" y="2084706"/>
                  <a:ext cx="1757367" cy="1757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50" h="8549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8133" y="8549"/>
                      </a:lnTo>
                      <a:lnTo>
                        <a:pt x="8549" y="8549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8" name="Google Shape;548;p38"/>
                <p:cNvSpPr/>
                <p:nvPr/>
              </p:nvSpPr>
              <p:spPr>
                <a:xfrm>
                  <a:off x="3114009" y="1437251"/>
                  <a:ext cx="2404612" cy="240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99" h="11699" extrusionOk="0">
                      <a:moveTo>
                        <a:pt x="1" y="1"/>
                      </a:moveTo>
                      <a:lnTo>
                        <a:pt x="1" y="417"/>
                      </a:lnTo>
                      <a:lnTo>
                        <a:pt x="11283" y="11699"/>
                      </a:lnTo>
                      <a:lnTo>
                        <a:pt x="11698" y="11699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9" name="Google Shape;549;p38"/>
                <p:cNvSpPr/>
                <p:nvPr/>
              </p:nvSpPr>
              <p:spPr>
                <a:xfrm>
                  <a:off x="3114009" y="1652658"/>
                  <a:ext cx="2189207" cy="21892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51" h="10651" extrusionOk="0">
                      <a:moveTo>
                        <a:pt x="1" y="1"/>
                      </a:moveTo>
                      <a:lnTo>
                        <a:pt x="1" y="422"/>
                      </a:lnTo>
                      <a:lnTo>
                        <a:pt x="10229" y="10651"/>
                      </a:lnTo>
                      <a:lnTo>
                        <a:pt x="10651" y="1065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0" name="Google Shape;550;p38"/>
                <p:cNvSpPr/>
                <p:nvPr/>
              </p:nvSpPr>
              <p:spPr>
                <a:xfrm>
                  <a:off x="3114009" y="1869299"/>
                  <a:ext cx="1972567" cy="1972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97" h="9597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9181" y="9597"/>
                      </a:lnTo>
                      <a:lnTo>
                        <a:pt x="9597" y="959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1" name="Google Shape;551;p38"/>
                <p:cNvSpPr/>
                <p:nvPr/>
              </p:nvSpPr>
              <p:spPr>
                <a:xfrm>
                  <a:off x="3114009" y="2730927"/>
                  <a:ext cx="1111149" cy="1110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06" h="5405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4990" y="5405"/>
                      </a:lnTo>
                      <a:lnTo>
                        <a:pt x="5405" y="540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2" name="Google Shape;552;p38"/>
                <p:cNvSpPr/>
                <p:nvPr/>
              </p:nvSpPr>
              <p:spPr>
                <a:xfrm>
                  <a:off x="3114009" y="1044051"/>
                  <a:ext cx="2798016" cy="27978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13" h="13612" extrusionOk="0">
                      <a:moveTo>
                        <a:pt x="1" y="0"/>
                      </a:moveTo>
                      <a:lnTo>
                        <a:pt x="1" y="234"/>
                      </a:lnTo>
                      <a:lnTo>
                        <a:pt x="13379" y="13612"/>
                      </a:lnTo>
                      <a:lnTo>
                        <a:pt x="13612" y="13612"/>
                      </a:lnTo>
                      <a:lnTo>
                        <a:pt x="13612" y="13430"/>
                      </a:lnTo>
                      <a:lnTo>
                        <a:pt x="18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3" name="Google Shape;553;p38"/>
                <p:cNvSpPr/>
                <p:nvPr/>
              </p:nvSpPr>
              <p:spPr>
                <a:xfrm>
                  <a:off x="5880182" y="1044051"/>
                  <a:ext cx="31859" cy="318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" h="155" extrusionOk="0">
                      <a:moveTo>
                        <a:pt x="0" y="0"/>
                      </a:moveTo>
                      <a:lnTo>
                        <a:pt x="154" y="154"/>
                      </a:lnTo>
                      <a:lnTo>
                        <a:pt x="15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4" name="Google Shape;554;p38"/>
                <p:cNvSpPr/>
                <p:nvPr/>
              </p:nvSpPr>
              <p:spPr>
                <a:xfrm>
                  <a:off x="3114009" y="3378176"/>
                  <a:ext cx="463698" cy="4636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6" h="2256" extrusionOk="0">
                      <a:moveTo>
                        <a:pt x="1" y="1"/>
                      </a:moveTo>
                      <a:lnTo>
                        <a:pt x="1" y="416"/>
                      </a:lnTo>
                      <a:lnTo>
                        <a:pt x="1840" y="2256"/>
                      </a:lnTo>
                      <a:lnTo>
                        <a:pt x="2256" y="2256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5" name="Google Shape;555;p38"/>
                <p:cNvSpPr/>
                <p:nvPr/>
              </p:nvSpPr>
              <p:spPr>
                <a:xfrm>
                  <a:off x="3114009" y="3593583"/>
                  <a:ext cx="248292" cy="2482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8" h="1208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792" y="1208"/>
                      </a:lnTo>
                      <a:lnTo>
                        <a:pt x="1208" y="1208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6" name="Google Shape;556;p38"/>
                <p:cNvSpPr/>
                <p:nvPr/>
              </p:nvSpPr>
              <p:spPr>
                <a:xfrm>
                  <a:off x="3114009" y="2946334"/>
                  <a:ext cx="895743" cy="895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8" h="4357" extrusionOk="0">
                      <a:moveTo>
                        <a:pt x="1" y="0"/>
                      </a:moveTo>
                      <a:lnTo>
                        <a:pt x="1" y="421"/>
                      </a:lnTo>
                      <a:lnTo>
                        <a:pt x="3936" y="4357"/>
                      </a:lnTo>
                      <a:lnTo>
                        <a:pt x="4357" y="435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7" name="Google Shape;557;p38"/>
                <p:cNvSpPr/>
                <p:nvPr/>
              </p:nvSpPr>
              <p:spPr>
                <a:xfrm>
                  <a:off x="3114009" y="3162769"/>
                  <a:ext cx="679104" cy="6791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4" h="3304" extrusionOk="0">
                      <a:moveTo>
                        <a:pt x="1" y="1"/>
                      </a:moveTo>
                      <a:lnTo>
                        <a:pt x="1" y="416"/>
                      </a:lnTo>
                      <a:lnTo>
                        <a:pt x="2888" y="3304"/>
                      </a:lnTo>
                      <a:lnTo>
                        <a:pt x="3304" y="3304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8" name="Google Shape;558;p38"/>
                <p:cNvSpPr/>
                <p:nvPr/>
              </p:nvSpPr>
              <p:spPr>
                <a:xfrm>
                  <a:off x="3496727" y="1044051"/>
                  <a:ext cx="2415301" cy="2415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51" h="11750" extrusionOk="0">
                      <a:moveTo>
                        <a:pt x="1" y="0"/>
                      </a:moveTo>
                      <a:lnTo>
                        <a:pt x="11750" y="11749"/>
                      </a:lnTo>
                      <a:lnTo>
                        <a:pt x="11750" y="11334"/>
                      </a:lnTo>
                      <a:lnTo>
                        <a:pt x="417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9" name="Google Shape;559;p38"/>
                <p:cNvSpPr/>
                <p:nvPr/>
              </p:nvSpPr>
              <p:spPr>
                <a:xfrm>
                  <a:off x="5017320" y="1044051"/>
                  <a:ext cx="894716" cy="8945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3" h="4352" extrusionOk="0">
                      <a:moveTo>
                        <a:pt x="1" y="0"/>
                      </a:moveTo>
                      <a:lnTo>
                        <a:pt x="4352" y="4351"/>
                      </a:lnTo>
                      <a:lnTo>
                        <a:pt x="4352" y="3936"/>
                      </a:lnTo>
                      <a:lnTo>
                        <a:pt x="417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0" name="Google Shape;560;p38"/>
                <p:cNvSpPr/>
                <p:nvPr/>
              </p:nvSpPr>
              <p:spPr>
                <a:xfrm>
                  <a:off x="5232727" y="1044051"/>
                  <a:ext cx="679310" cy="6791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5" h="3304" extrusionOk="0">
                      <a:moveTo>
                        <a:pt x="1" y="0"/>
                      </a:moveTo>
                      <a:lnTo>
                        <a:pt x="3304" y="3304"/>
                      </a:lnTo>
                      <a:lnTo>
                        <a:pt x="3304" y="2888"/>
                      </a:lnTo>
                      <a:lnTo>
                        <a:pt x="417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1" name="Google Shape;561;p38"/>
                <p:cNvSpPr/>
                <p:nvPr/>
              </p:nvSpPr>
              <p:spPr>
                <a:xfrm>
                  <a:off x="4802119" y="1044051"/>
                  <a:ext cx="1109916" cy="1109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00" h="5400" extrusionOk="0">
                      <a:moveTo>
                        <a:pt x="0" y="0"/>
                      </a:moveTo>
                      <a:lnTo>
                        <a:pt x="5399" y="5399"/>
                      </a:lnTo>
                      <a:lnTo>
                        <a:pt x="5399" y="4984"/>
                      </a:lnTo>
                      <a:lnTo>
                        <a:pt x="4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2" name="Google Shape;562;p38"/>
                <p:cNvSpPr/>
                <p:nvPr/>
              </p:nvSpPr>
              <p:spPr>
                <a:xfrm>
                  <a:off x="5664775" y="1044051"/>
                  <a:ext cx="247265" cy="2482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3" h="1208" extrusionOk="0">
                      <a:moveTo>
                        <a:pt x="0" y="0"/>
                      </a:moveTo>
                      <a:lnTo>
                        <a:pt x="1202" y="1208"/>
                      </a:lnTo>
                      <a:lnTo>
                        <a:pt x="1202" y="786"/>
                      </a:lnTo>
                      <a:lnTo>
                        <a:pt x="4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3" name="Google Shape;563;p38"/>
                <p:cNvSpPr/>
                <p:nvPr/>
              </p:nvSpPr>
              <p:spPr>
                <a:xfrm>
                  <a:off x="4586711" y="1044051"/>
                  <a:ext cx="1325322" cy="13253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8" h="6448" extrusionOk="0">
                      <a:moveTo>
                        <a:pt x="0" y="0"/>
                      </a:moveTo>
                      <a:lnTo>
                        <a:pt x="6447" y="6447"/>
                      </a:lnTo>
                      <a:lnTo>
                        <a:pt x="6447" y="6032"/>
                      </a:lnTo>
                      <a:lnTo>
                        <a:pt x="4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4" name="Google Shape;564;p38"/>
                <p:cNvSpPr/>
                <p:nvPr/>
              </p:nvSpPr>
              <p:spPr>
                <a:xfrm>
                  <a:off x="5448134" y="1044051"/>
                  <a:ext cx="463904" cy="4636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7" h="2256" extrusionOk="0">
                      <a:moveTo>
                        <a:pt x="1" y="0"/>
                      </a:moveTo>
                      <a:lnTo>
                        <a:pt x="2256" y="2256"/>
                      </a:lnTo>
                      <a:lnTo>
                        <a:pt x="2256" y="1840"/>
                      </a:lnTo>
                      <a:lnTo>
                        <a:pt x="417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5" name="Google Shape;565;p38"/>
                <p:cNvSpPr/>
                <p:nvPr/>
              </p:nvSpPr>
              <p:spPr>
                <a:xfrm>
                  <a:off x="4144181" y="1044051"/>
                  <a:ext cx="1767850" cy="1767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01" h="8601" extrusionOk="0">
                      <a:moveTo>
                        <a:pt x="0" y="0"/>
                      </a:moveTo>
                      <a:lnTo>
                        <a:pt x="8600" y="8600"/>
                      </a:lnTo>
                      <a:lnTo>
                        <a:pt x="8600" y="8184"/>
                      </a:lnTo>
                      <a:lnTo>
                        <a:pt x="4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6" name="Google Shape;566;p38"/>
                <p:cNvSpPr/>
                <p:nvPr/>
              </p:nvSpPr>
              <p:spPr>
                <a:xfrm>
                  <a:off x="4370071" y="1044051"/>
                  <a:ext cx="1541961" cy="1541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2" h="7501" extrusionOk="0">
                      <a:moveTo>
                        <a:pt x="0" y="0"/>
                      </a:moveTo>
                      <a:lnTo>
                        <a:pt x="7501" y="7501"/>
                      </a:lnTo>
                      <a:lnTo>
                        <a:pt x="7501" y="7079"/>
                      </a:lnTo>
                      <a:lnTo>
                        <a:pt x="422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7" name="Google Shape;567;p38"/>
                <p:cNvSpPr/>
                <p:nvPr/>
              </p:nvSpPr>
              <p:spPr>
                <a:xfrm>
                  <a:off x="3281320" y="1044051"/>
                  <a:ext cx="2630706" cy="26305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99" h="12798" extrusionOk="0">
                      <a:moveTo>
                        <a:pt x="1" y="0"/>
                      </a:moveTo>
                      <a:lnTo>
                        <a:pt x="12798" y="12797"/>
                      </a:lnTo>
                      <a:lnTo>
                        <a:pt x="12798" y="12382"/>
                      </a:lnTo>
                      <a:lnTo>
                        <a:pt x="417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8" name="Google Shape;568;p38"/>
                <p:cNvSpPr/>
                <p:nvPr/>
              </p:nvSpPr>
              <p:spPr>
                <a:xfrm>
                  <a:off x="3712134" y="1044051"/>
                  <a:ext cx="2199895" cy="21996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03" h="10702" extrusionOk="0">
                      <a:moveTo>
                        <a:pt x="1" y="0"/>
                      </a:moveTo>
                      <a:lnTo>
                        <a:pt x="10702" y="10702"/>
                      </a:lnTo>
                      <a:lnTo>
                        <a:pt x="10702" y="10286"/>
                      </a:lnTo>
                      <a:lnTo>
                        <a:pt x="422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9" name="Google Shape;569;p38"/>
                <p:cNvSpPr/>
                <p:nvPr/>
              </p:nvSpPr>
              <p:spPr>
                <a:xfrm>
                  <a:off x="3114009" y="1222050"/>
                  <a:ext cx="2620018" cy="2619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47" h="12746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12331" y="12746"/>
                      </a:lnTo>
                      <a:lnTo>
                        <a:pt x="12746" y="1274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0" name="Google Shape;570;p38"/>
                <p:cNvSpPr/>
                <p:nvPr/>
              </p:nvSpPr>
              <p:spPr>
                <a:xfrm>
                  <a:off x="3928774" y="1044051"/>
                  <a:ext cx="1983255" cy="198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49" h="9648" extrusionOk="0">
                      <a:moveTo>
                        <a:pt x="0" y="0"/>
                      </a:moveTo>
                      <a:lnTo>
                        <a:pt x="9648" y="9648"/>
                      </a:lnTo>
                      <a:lnTo>
                        <a:pt x="9648" y="9232"/>
                      </a:lnTo>
                      <a:lnTo>
                        <a:pt x="4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71" name="Google Shape;571;p38"/>
              <p:cNvSpPr/>
              <p:nvPr/>
            </p:nvSpPr>
            <p:spPr>
              <a:xfrm>
                <a:off x="3376280" y="1306321"/>
                <a:ext cx="2273478" cy="2273478"/>
              </a:xfrm>
              <a:custGeom>
                <a:avLst/>
                <a:gdLst/>
                <a:ahLst/>
                <a:cxnLst/>
                <a:rect l="l" t="t" r="r" b="b"/>
                <a:pathLst>
                  <a:path w="11061" h="11061" extrusionOk="0">
                    <a:moveTo>
                      <a:pt x="0" y="0"/>
                    </a:moveTo>
                    <a:lnTo>
                      <a:pt x="0" y="11060"/>
                    </a:lnTo>
                    <a:lnTo>
                      <a:pt x="11060" y="11060"/>
                    </a:lnTo>
                    <a:lnTo>
                      <a:pt x="1106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38"/>
              <p:cNvSpPr/>
              <p:nvPr/>
            </p:nvSpPr>
            <p:spPr>
              <a:xfrm>
                <a:off x="3454591" y="1384633"/>
                <a:ext cx="2116651" cy="2116651"/>
              </a:xfrm>
              <a:custGeom>
                <a:avLst/>
                <a:gdLst/>
                <a:ahLst/>
                <a:cxnLst/>
                <a:rect l="l" t="t" r="r" b="b"/>
                <a:pathLst>
                  <a:path w="10298" h="10298" extrusionOk="0">
                    <a:moveTo>
                      <a:pt x="1" y="1"/>
                    </a:moveTo>
                    <a:lnTo>
                      <a:pt x="1" y="10298"/>
                    </a:lnTo>
                    <a:lnTo>
                      <a:pt x="10298" y="10298"/>
                    </a:lnTo>
                    <a:lnTo>
                      <a:pt x="1029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3" name="Google Shape;573;p38"/>
            <p:cNvGrpSpPr/>
            <p:nvPr/>
          </p:nvGrpSpPr>
          <p:grpSpPr>
            <a:xfrm>
              <a:off x="1168338" y="535677"/>
              <a:ext cx="6388509" cy="4072140"/>
              <a:chOff x="3069613" y="998421"/>
              <a:chExt cx="2886809" cy="2888043"/>
            </a:xfrm>
          </p:grpSpPr>
          <p:sp>
            <p:nvSpPr>
              <p:cNvPr id="574" name="Google Shape;574;p38"/>
              <p:cNvSpPr/>
              <p:nvPr/>
            </p:nvSpPr>
            <p:spPr>
              <a:xfrm>
                <a:off x="3069612" y="998421"/>
                <a:ext cx="2886809" cy="2888043"/>
              </a:xfrm>
              <a:custGeom>
                <a:avLst/>
                <a:gdLst/>
                <a:ahLst/>
                <a:cxnLst/>
                <a:rect l="l" t="t" r="r" b="b"/>
                <a:pathLst>
                  <a:path w="14045" h="14051" extrusionOk="0">
                    <a:moveTo>
                      <a:pt x="0" y="0"/>
                    </a:moveTo>
                    <a:lnTo>
                      <a:pt x="0" y="14050"/>
                    </a:lnTo>
                    <a:lnTo>
                      <a:pt x="14044" y="14050"/>
                    </a:lnTo>
                    <a:lnTo>
                      <a:pt x="14044" y="0"/>
                    </a:lnTo>
                    <a:close/>
                  </a:path>
                </a:pathLst>
              </a:custGeom>
              <a:solidFill>
                <a:srgbClr val="6E907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75" name="Google Shape;575;p38"/>
              <p:cNvGrpSpPr/>
              <p:nvPr/>
            </p:nvGrpSpPr>
            <p:grpSpPr>
              <a:xfrm>
                <a:off x="3114009" y="1044051"/>
                <a:ext cx="2798031" cy="2797824"/>
                <a:chOff x="3114009" y="1044051"/>
                <a:chExt cx="2798031" cy="2797824"/>
              </a:xfrm>
            </p:grpSpPr>
            <p:sp>
              <p:nvSpPr>
                <p:cNvPr id="576" name="Google Shape;576;p38"/>
                <p:cNvSpPr/>
                <p:nvPr/>
              </p:nvSpPr>
              <p:spPr>
                <a:xfrm>
                  <a:off x="3114009" y="2515520"/>
                  <a:ext cx="1326555" cy="13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4" h="6453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6037" y="6453"/>
                      </a:lnTo>
                      <a:lnTo>
                        <a:pt x="6453" y="645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7" name="Google Shape;577;p38"/>
                <p:cNvSpPr/>
                <p:nvPr/>
              </p:nvSpPr>
              <p:spPr>
                <a:xfrm>
                  <a:off x="3114009" y="2300113"/>
                  <a:ext cx="1541961" cy="1541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2" h="7501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7085" y="7501"/>
                      </a:lnTo>
                      <a:lnTo>
                        <a:pt x="7501" y="7501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8" name="Google Shape;578;p38"/>
                <p:cNvSpPr/>
                <p:nvPr/>
              </p:nvSpPr>
              <p:spPr>
                <a:xfrm>
                  <a:off x="3114009" y="2084706"/>
                  <a:ext cx="1757367" cy="1757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50" h="8549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8133" y="8549"/>
                      </a:lnTo>
                      <a:lnTo>
                        <a:pt x="8549" y="8549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9" name="Google Shape;579;p38"/>
                <p:cNvSpPr/>
                <p:nvPr/>
              </p:nvSpPr>
              <p:spPr>
                <a:xfrm>
                  <a:off x="3114009" y="1437251"/>
                  <a:ext cx="2404612" cy="240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99" h="11699" extrusionOk="0">
                      <a:moveTo>
                        <a:pt x="1" y="1"/>
                      </a:moveTo>
                      <a:lnTo>
                        <a:pt x="1" y="417"/>
                      </a:lnTo>
                      <a:lnTo>
                        <a:pt x="11283" y="11699"/>
                      </a:lnTo>
                      <a:lnTo>
                        <a:pt x="11698" y="11699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0" name="Google Shape;580;p38"/>
                <p:cNvSpPr/>
                <p:nvPr/>
              </p:nvSpPr>
              <p:spPr>
                <a:xfrm>
                  <a:off x="3114009" y="1652658"/>
                  <a:ext cx="2189207" cy="21892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51" h="10651" extrusionOk="0">
                      <a:moveTo>
                        <a:pt x="1" y="1"/>
                      </a:moveTo>
                      <a:lnTo>
                        <a:pt x="1" y="422"/>
                      </a:lnTo>
                      <a:lnTo>
                        <a:pt x="10229" y="10651"/>
                      </a:lnTo>
                      <a:lnTo>
                        <a:pt x="10651" y="1065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1" name="Google Shape;581;p38"/>
                <p:cNvSpPr/>
                <p:nvPr/>
              </p:nvSpPr>
              <p:spPr>
                <a:xfrm>
                  <a:off x="3114009" y="1869299"/>
                  <a:ext cx="1972567" cy="1972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97" h="9597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9181" y="9597"/>
                      </a:lnTo>
                      <a:lnTo>
                        <a:pt x="9597" y="959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2" name="Google Shape;582;p38"/>
                <p:cNvSpPr/>
                <p:nvPr/>
              </p:nvSpPr>
              <p:spPr>
                <a:xfrm>
                  <a:off x="3114009" y="2730927"/>
                  <a:ext cx="1111149" cy="1110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06" h="5405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4990" y="5405"/>
                      </a:lnTo>
                      <a:lnTo>
                        <a:pt x="5405" y="540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3" name="Google Shape;583;p38"/>
                <p:cNvSpPr/>
                <p:nvPr/>
              </p:nvSpPr>
              <p:spPr>
                <a:xfrm>
                  <a:off x="3114009" y="1044051"/>
                  <a:ext cx="2798016" cy="27978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13" h="13612" extrusionOk="0">
                      <a:moveTo>
                        <a:pt x="1" y="0"/>
                      </a:moveTo>
                      <a:lnTo>
                        <a:pt x="1" y="234"/>
                      </a:lnTo>
                      <a:lnTo>
                        <a:pt x="13379" y="13612"/>
                      </a:lnTo>
                      <a:lnTo>
                        <a:pt x="13612" y="13612"/>
                      </a:lnTo>
                      <a:lnTo>
                        <a:pt x="13612" y="13430"/>
                      </a:lnTo>
                      <a:lnTo>
                        <a:pt x="183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4" name="Google Shape;584;p38"/>
                <p:cNvSpPr/>
                <p:nvPr/>
              </p:nvSpPr>
              <p:spPr>
                <a:xfrm>
                  <a:off x="5880182" y="1044051"/>
                  <a:ext cx="31859" cy="318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" h="155" extrusionOk="0">
                      <a:moveTo>
                        <a:pt x="0" y="0"/>
                      </a:moveTo>
                      <a:lnTo>
                        <a:pt x="154" y="154"/>
                      </a:lnTo>
                      <a:lnTo>
                        <a:pt x="154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5" name="Google Shape;585;p38"/>
                <p:cNvSpPr/>
                <p:nvPr/>
              </p:nvSpPr>
              <p:spPr>
                <a:xfrm>
                  <a:off x="3114009" y="3378176"/>
                  <a:ext cx="463698" cy="4636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6" h="2256" extrusionOk="0">
                      <a:moveTo>
                        <a:pt x="1" y="1"/>
                      </a:moveTo>
                      <a:lnTo>
                        <a:pt x="1" y="416"/>
                      </a:lnTo>
                      <a:lnTo>
                        <a:pt x="1840" y="2256"/>
                      </a:lnTo>
                      <a:lnTo>
                        <a:pt x="2256" y="2256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6" name="Google Shape;586;p38"/>
                <p:cNvSpPr/>
                <p:nvPr/>
              </p:nvSpPr>
              <p:spPr>
                <a:xfrm>
                  <a:off x="3114009" y="3593583"/>
                  <a:ext cx="248292" cy="2482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8" h="1208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792" y="1208"/>
                      </a:lnTo>
                      <a:lnTo>
                        <a:pt x="1208" y="1208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7" name="Google Shape;587;p38"/>
                <p:cNvSpPr/>
                <p:nvPr/>
              </p:nvSpPr>
              <p:spPr>
                <a:xfrm>
                  <a:off x="3114009" y="2946334"/>
                  <a:ext cx="895743" cy="895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8" h="4357" extrusionOk="0">
                      <a:moveTo>
                        <a:pt x="1" y="0"/>
                      </a:moveTo>
                      <a:lnTo>
                        <a:pt x="1" y="421"/>
                      </a:lnTo>
                      <a:lnTo>
                        <a:pt x="3936" y="4357"/>
                      </a:lnTo>
                      <a:lnTo>
                        <a:pt x="4357" y="435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8" name="Google Shape;588;p38"/>
                <p:cNvSpPr/>
                <p:nvPr/>
              </p:nvSpPr>
              <p:spPr>
                <a:xfrm>
                  <a:off x="3114009" y="3162769"/>
                  <a:ext cx="679104" cy="6791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4" h="3304" extrusionOk="0">
                      <a:moveTo>
                        <a:pt x="1" y="1"/>
                      </a:moveTo>
                      <a:lnTo>
                        <a:pt x="1" y="416"/>
                      </a:lnTo>
                      <a:lnTo>
                        <a:pt x="2888" y="3304"/>
                      </a:lnTo>
                      <a:lnTo>
                        <a:pt x="3304" y="3304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9" name="Google Shape;589;p38"/>
                <p:cNvSpPr/>
                <p:nvPr/>
              </p:nvSpPr>
              <p:spPr>
                <a:xfrm>
                  <a:off x="3496727" y="1044051"/>
                  <a:ext cx="2415301" cy="2415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51" h="11750" extrusionOk="0">
                      <a:moveTo>
                        <a:pt x="1" y="0"/>
                      </a:moveTo>
                      <a:lnTo>
                        <a:pt x="11750" y="11749"/>
                      </a:lnTo>
                      <a:lnTo>
                        <a:pt x="11750" y="11334"/>
                      </a:lnTo>
                      <a:lnTo>
                        <a:pt x="417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0" name="Google Shape;590;p38"/>
                <p:cNvSpPr/>
                <p:nvPr/>
              </p:nvSpPr>
              <p:spPr>
                <a:xfrm>
                  <a:off x="5017320" y="1044051"/>
                  <a:ext cx="894716" cy="8945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3" h="4352" extrusionOk="0">
                      <a:moveTo>
                        <a:pt x="1" y="0"/>
                      </a:moveTo>
                      <a:lnTo>
                        <a:pt x="4352" y="4351"/>
                      </a:lnTo>
                      <a:lnTo>
                        <a:pt x="4352" y="3936"/>
                      </a:lnTo>
                      <a:lnTo>
                        <a:pt x="417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1" name="Google Shape;591;p38"/>
                <p:cNvSpPr/>
                <p:nvPr/>
              </p:nvSpPr>
              <p:spPr>
                <a:xfrm>
                  <a:off x="5232727" y="1044051"/>
                  <a:ext cx="679310" cy="6791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5" h="3304" extrusionOk="0">
                      <a:moveTo>
                        <a:pt x="1" y="0"/>
                      </a:moveTo>
                      <a:lnTo>
                        <a:pt x="3304" y="3304"/>
                      </a:lnTo>
                      <a:lnTo>
                        <a:pt x="3304" y="2888"/>
                      </a:lnTo>
                      <a:lnTo>
                        <a:pt x="417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2" name="Google Shape;592;p38"/>
                <p:cNvSpPr/>
                <p:nvPr/>
              </p:nvSpPr>
              <p:spPr>
                <a:xfrm>
                  <a:off x="4802119" y="1044051"/>
                  <a:ext cx="1109916" cy="1109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00" h="5400" extrusionOk="0">
                      <a:moveTo>
                        <a:pt x="0" y="0"/>
                      </a:moveTo>
                      <a:lnTo>
                        <a:pt x="5399" y="5399"/>
                      </a:lnTo>
                      <a:lnTo>
                        <a:pt x="5399" y="4984"/>
                      </a:lnTo>
                      <a:lnTo>
                        <a:pt x="416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3" name="Google Shape;593;p38"/>
                <p:cNvSpPr/>
                <p:nvPr/>
              </p:nvSpPr>
              <p:spPr>
                <a:xfrm>
                  <a:off x="5664775" y="1044051"/>
                  <a:ext cx="247265" cy="2482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3" h="1208" extrusionOk="0">
                      <a:moveTo>
                        <a:pt x="0" y="0"/>
                      </a:moveTo>
                      <a:lnTo>
                        <a:pt x="1202" y="1208"/>
                      </a:lnTo>
                      <a:lnTo>
                        <a:pt x="1202" y="786"/>
                      </a:lnTo>
                      <a:lnTo>
                        <a:pt x="416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4" name="Google Shape;594;p38"/>
                <p:cNvSpPr/>
                <p:nvPr/>
              </p:nvSpPr>
              <p:spPr>
                <a:xfrm>
                  <a:off x="4586711" y="1044051"/>
                  <a:ext cx="1325322" cy="13253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8" h="6448" extrusionOk="0">
                      <a:moveTo>
                        <a:pt x="0" y="0"/>
                      </a:moveTo>
                      <a:lnTo>
                        <a:pt x="6447" y="6447"/>
                      </a:lnTo>
                      <a:lnTo>
                        <a:pt x="6447" y="6032"/>
                      </a:lnTo>
                      <a:lnTo>
                        <a:pt x="416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5" name="Google Shape;595;p38"/>
                <p:cNvSpPr/>
                <p:nvPr/>
              </p:nvSpPr>
              <p:spPr>
                <a:xfrm>
                  <a:off x="5448134" y="1044051"/>
                  <a:ext cx="463904" cy="4636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7" h="2256" extrusionOk="0">
                      <a:moveTo>
                        <a:pt x="1" y="0"/>
                      </a:moveTo>
                      <a:lnTo>
                        <a:pt x="2256" y="2256"/>
                      </a:lnTo>
                      <a:lnTo>
                        <a:pt x="2256" y="1840"/>
                      </a:lnTo>
                      <a:lnTo>
                        <a:pt x="417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6" name="Google Shape;596;p38"/>
                <p:cNvSpPr/>
                <p:nvPr/>
              </p:nvSpPr>
              <p:spPr>
                <a:xfrm>
                  <a:off x="4144181" y="1044051"/>
                  <a:ext cx="1767850" cy="1767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01" h="8601" extrusionOk="0">
                      <a:moveTo>
                        <a:pt x="0" y="0"/>
                      </a:moveTo>
                      <a:lnTo>
                        <a:pt x="8600" y="8600"/>
                      </a:lnTo>
                      <a:lnTo>
                        <a:pt x="8600" y="8184"/>
                      </a:lnTo>
                      <a:lnTo>
                        <a:pt x="416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7" name="Google Shape;597;p38"/>
                <p:cNvSpPr/>
                <p:nvPr/>
              </p:nvSpPr>
              <p:spPr>
                <a:xfrm>
                  <a:off x="4370071" y="1044051"/>
                  <a:ext cx="1541961" cy="1541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2" h="7501" extrusionOk="0">
                      <a:moveTo>
                        <a:pt x="0" y="0"/>
                      </a:moveTo>
                      <a:lnTo>
                        <a:pt x="7501" y="7501"/>
                      </a:lnTo>
                      <a:lnTo>
                        <a:pt x="7501" y="7079"/>
                      </a:lnTo>
                      <a:lnTo>
                        <a:pt x="422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8" name="Google Shape;598;p38"/>
                <p:cNvSpPr/>
                <p:nvPr/>
              </p:nvSpPr>
              <p:spPr>
                <a:xfrm>
                  <a:off x="3281320" y="1044051"/>
                  <a:ext cx="2630706" cy="26305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99" h="12798" extrusionOk="0">
                      <a:moveTo>
                        <a:pt x="1" y="0"/>
                      </a:moveTo>
                      <a:lnTo>
                        <a:pt x="12798" y="12797"/>
                      </a:lnTo>
                      <a:lnTo>
                        <a:pt x="12798" y="12382"/>
                      </a:lnTo>
                      <a:lnTo>
                        <a:pt x="417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9" name="Google Shape;599;p38"/>
                <p:cNvSpPr/>
                <p:nvPr/>
              </p:nvSpPr>
              <p:spPr>
                <a:xfrm>
                  <a:off x="3712134" y="1044051"/>
                  <a:ext cx="2199895" cy="21996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03" h="10702" extrusionOk="0">
                      <a:moveTo>
                        <a:pt x="1" y="0"/>
                      </a:moveTo>
                      <a:lnTo>
                        <a:pt x="10702" y="10702"/>
                      </a:lnTo>
                      <a:lnTo>
                        <a:pt x="10702" y="10286"/>
                      </a:lnTo>
                      <a:lnTo>
                        <a:pt x="422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0" name="Google Shape;600;p38"/>
                <p:cNvSpPr/>
                <p:nvPr/>
              </p:nvSpPr>
              <p:spPr>
                <a:xfrm>
                  <a:off x="3114009" y="1222050"/>
                  <a:ext cx="2620018" cy="2619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47" h="12746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12331" y="12746"/>
                      </a:lnTo>
                      <a:lnTo>
                        <a:pt x="12746" y="1274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1" name="Google Shape;601;p38"/>
                <p:cNvSpPr/>
                <p:nvPr/>
              </p:nvSpPr>
              <p:spPr>
                <a:xfrm>
                  <a:off x="3928774" y="1044051"/>
                  <a:ext cx="1983255" cy="198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49" h="9648" extrusionOk="0">
                      <a:moveTo>
                        <a:pt x="0" y="0"/>
                      </a:moveTo>
                      <a:lnTo>
                        <a:pt x="9648" y="9648"/>
                      </a:lnTo>
                      <a:lnTo>
                        <a:pt x="9648" y="9232"/>
                      </a:lnTo>
                      <a:lnTo>
                        <a:pt x="416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02" name="Google Shape;602;p38"/>
              <p:cNvSpPr/>
              <p:nvPr/>
            </p:nvSpPr>
            <p:spPr>
              <a:xfrm>
                <a:off x="3414822" y="1306327"/>
                <a:ext cx="2199895" cy="2273478"/>
              </a:xfrm>
              <a:custGeom>
                <a:avLst/>
                <a:gdLst/>
                <a:ahLst/>
                <a:cxnLst/>
                <a:rect l="l" t="t" r="r" b="b"/>
                <a:pathLst>
                  <a:path w="11061" h="11061" extrusionOk="0">
                    <a:moveTo>
                      <a:pt x="0" y="0"/>
                    </a:moveTo>
                    <a:lnTo>
                      <a:pt x="0" y="11060"/>
                    </a:lnTo>
                    <a:lnTo>
                      <a:pt x="11060" y="11060"/>
                    </a:lnTo>
                    <a:lnTo>
                      <a:pt x="11060" y="0"/>
                    </a:lnTo>
                    <a:close/>
                  </a:path>
                </a:pathLst>
              </a:custGeom>
              <a:solidFill>
                <a:srgbClr val="E4A44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38"/>
              <p:cNvSpPr/>
              <p:nvPr/>
            </p:nvSpPr>
            <p:spPr>
              <a:xfrm>
                <a:off x="3454591" y="1384633"/>
                <a:ext cx="2116651" cy="2116651"/>
              </a:xfrm>
              <a:custGeom>
                <a:avLst/>
                <a:gdLst/>
                <a:ahLst/>
                <a:cxnLst/>
                <a:rect l="l" t="t" r="r" b="b"/>
                <a:pathLst>
                  <a:path w="10298" h="10298" extrusionOk="0">
                    <a:moveTo>
                      <a:pt x="1" y="1"/>
                    </a:moveTo>
                    <a:lnTo>
                      <a:pt x="1" y="10298"/>
                    </a:lnTo>
                    <a:lnTo>
                      <a:pt x="10298" y="10298"/>
                    </a:lnTo>
                    <a:lnTo>
                      <a:pt x="1029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04" name="Google Shape;604;p38"/>
          <p:cNvSpPr txBox="1">
            <a:spLocks noGrp="1"/>
          </p:cNvSpPr>
          <p:nvPr>
            <p:ph type="ctrTitle"/>
          </p:nvPr>
        </p:nvSpPr>
        <p:spPr>
          <a:xfrm rot="-696">
            <a:off x="1889970" y="1289832"/>
            <a:ext cx="4945913" cy="174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FrankRuehl" panose="020E0503060101010101" pitchFamily="34" charset="-79"/>
                <a:cs typeface="FrankRuehl" panose="020E0503060101010101" pitchFamily="34" charset="-79"/>
              </a:rPr>
              <a:t>STATISTIKA MATEMATIKA 2</a:t>
            </a:r>
          </a:p>
        </p:txBody>
      </p:sp>
      <p:sp>
        <p:nvSpPr>
          <p:cNvPr id="605" name="Google Shape;605;p38"/>
          <p:cNvSpPr txBox="1">
            <a:spLocks noGrp="1"/>
          </p:cNvSpPr>
          <p:nvPr>
            <p:ph type="subTitle" idx="1"/>
          </p:nvPr>
        </p:nvSpPr>
        <p:spPr>
          <a:xfrm rot="232">
            <a:off x="2133920" y="3148973"/>
            <a:ext cx="4439700" cy="51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</a:rPr>
              <a:t>B</a:t>
            </a:r>
            <a:r>
              <a:rPr lang="en" dirty="0">
                <a:solidFill>
                  <a:schemeClr val="dk1"/>
                </a:solidFill>
              </a:rPr>
              <a:t>y : Gusti Uripno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429461" y="303403"/>
            <a:ext cx="4217576" cy="935539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497986" y="525314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Focus On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2" descr="Bola Berwarna Cerah Kontras Dengan Bola ...">
            <a:extLst>
              <a:ext uri="{FF2B5EF4-FFF2-40B4-BE49-F238E27FC236}">
                <a16:creationId xmlns:a16="http://schemas.microsoft.com/office/drawing/2014/main" id="{D71F1333-FA51-8805-7A81-6E591C62F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440" y="1737948"/>
            <a:ext cx="3473682" cy="2185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Rantai Toko Perlengkapan Supermarket ...">
            <a:extLst>
              <a:ext uri="{FF2B5EF4-FFF2-40B4-BE49-F238E27FC236}">
                <a16:creationId xmlns:a16="http://schemas.microsoft.com/office/drawing/2014/main" id="{BFEED5B1-CD15-ED69-4562-4AAE94FAC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7230" y="1737948"/>
            <a:ext cx="3200272" cy="2484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09942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429461" y="303403"/>
            <a:ext cx="4217576" cy="935539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497986" y="525314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Peubah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Acak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Multivariat</a:t>
            </a:r>
            <a:endParaRPr lang="en-ID" sz="20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FF6FB93-8F76-4C9D-A410-8C9917E0BC4C}"/>
              </a:ext>
            </a:extLst>
          </p:cNvPr>
          <p:cNvSpPr txBox="1"/>
          <p:nvPr/>
        </p:nvSpPr>
        <p:spPr>
          <a:xfrm>
            <a:off x="2139042" y="1149892"/>
            <a:ext cx="4427212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Ingat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Kembali!</a:t>
            </a:r>
            <a:endParaRPr lang="en-ID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1999C8-225B-9A02-A29B-C0B067C3F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748" y="1758957"/>
            <a:ext cx="4589181" cy="285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6780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D19A8B18-700B-02D1-06D2-FD40D4A13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84622108-4917-9BD6-40E9-628FF7F6C09B}"/>
              </a:ext>
            </a:extLst>
          </p:cNvPr>
          <p:cNvGrpSpPr/>
          <p:nvPr/>
        </p:nvGrpSpPr>
        <p:grpSpPr>
          <a:xfrm rot="-40568">
            <a:off x="2428228" y="303410"/>
            <a:ext cx="4217576" cy="726473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DC7263AE-9DE9-5A08-6429-9CD08E40E61A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FB6D3B1D-765E-5D5A-191A-461D14EA8F82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2D171B15-55C6-D458-557D-63F324E06A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66063" y="406979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Peubah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Acak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Multivariat</a:t>
            </a:r>
            <a:endParaRPr lang="en-ID" sz="20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66AE2652-6A7F-A324-874D-3A0EA1162385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03BAD187-88F6-3838-61DD-D5139C321B48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BBCACA75-586F-3E45-66A6-3C37324668EC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7F73DCEB-BE17-B888-6EDB-2053974E1FDB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9EF85CFE-5F6B-4931-320C-150542279C94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AFC9B79F-D6F0-B80A-115B-60389798F13D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E84E0C7-19B5-D140-831C-4143CE3CB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165" y="1716914"/>
            <a:ext cx="7491742" cy="2052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5852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F6545419-3316-94DC-E477-A3C0965F1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035D233B-AD32-40A3-3102-E608413121D5}"/>
              </a:ext>
            </a:extLst>
          </p:cNvPr>
          <p:cNvGrpSpPr/>
          <p:nvPr/>
        </p:nvGrpSpPr>
        <p:grpSpPr>
          <a:xfrm rot="-40568">
            <a:off x="2428228" y="303410"/>
            <a:ext cx="4217576" cy="726473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01477D94-D19A-A928-7A87-C4682F3D3D6C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6238E6E8-B181-3FF1-58AC-26376BC9E3C8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A2A04C07-8642-7AE0-4776-CF5D087347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66063" y="406979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Peubah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Acak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Multivariat</a:t>
            </a:r>
            <a:endParaRPr lang="en-ID" sz="20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8FD1BF39-DE87-0F07-2151-50E61D80E899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DBE9AA39-5207-B23E-F857-89743B9A75B5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D918DEF5-670B-4900-55C7-DBCA1BD0753A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3CEC1A56-86E7-9F5F-AF65-B4F8FB381FF5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986BA243-275E-304E-AAE9-A89AD8D9A33B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70722AAA-FA7B-6AD7-8CFF-6D254EF47FD3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9F5004E-4C8F-8D11-7C1A-DA3D937F4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851" y="1721297"/>
            <a:ext cx="7434298" cy="170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274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5863A7A8-6967-91D8-C1F1-782665FA6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1A05D062-3DD1-5AE8-A819-156566D2B79E}"/>
              </a:ext>
            </a:extLst>
          </p:cNvPr>
          <p:cNvGrpSpPr/>
          <p:nvPr/>
        </p:nvGrpSpPr>
        <p:grpSpPr>
          <a:xfrm rot="-40568">
            <a:off x="2428228" y="303410"/>
            <a:ext cx="4217576" cy="726473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A820F6B2-C0EC-54D2-9767-370F6F1778B0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E37EB814-6E22-E11E-22EA-2C4404812CE2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417076C8-7D39-A188-F936-A9A26DFB98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66063" y="406979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Peubah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Acak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Multivariat</a:t>
            </a:r>
            <a:endParaRPr lang="en-ID" sz="20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6AC1A140-439A-2A56-44D3-D09F4B29B17E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659B7072-FC0E-7331-3BB5-2EE7ED5896B3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9CD12147-2535-DD00-0E01-4AF09FE33057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3596EE13-6AC4-12DB-8CB1-29EA9F6A90CC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A1796D24-0BCD-F84A-663F-4237CEA5E649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A2CA7471-402B-CE61-4256-2F5D70FB16FA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E719344-E089-EA4F-D5B8-25627AA6C27E}"/>
              </a:ext>
            </a:extLst>
          </p:cNvPr>
          <p:cNvGrpSpPr/>
          <p:nvPr/>
        </p:nvGrpSpPr>
        <p:grpSpPr>
          <a:xfrm>
            <a:off x="1024527" y="1410327"/>
            <a:ext cx="7321069" cy="3075146"/>
            <a:chOff x="1024527" y="1410327"/>
            <a:chExt cx="7321069" cy="307514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B6BD487-8AC8-7015-7B16-EE1888D440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4527" y="1410327"/>
              <a:ext cx="7321069" cy="2094382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E066D6F-789F-57D5-1DFD-330FF489A2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4527" y="3504708"/>
              <a:ext cx="7321069" cy="9807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2363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4EEF276F-1CD8-8BD9-928A-41D56B812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886E76FF-2CAE-B057-B572-D3945C779C2F}"/>
              </a:ext>
            </a:extLst>
          </p:cNvPr>
          <p:cNvGrpSpPr/>
          <p:nvPr/>
        </p:nvGrpSpPr>
        <p:grpSpPr>
          <a:xfrm rot="-40568">
            <a:off x="2428228" y="303410"/>
            <a:ext cx="4217576" cy="726473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273293BA-AD00-7597-7D2D-CCB8DF749F14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352190CB-4D79-F198-EA01-EE8F38F11CAD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71D33050-3979-D19B-1D4E-280E7872A2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66063" y="406979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Peubah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Acak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Multivariat</a:t>
            </a:r>
            <a:endParaRPr lang="en-ID" sz="20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67511C40-5FE9-8BFE-F69B-EBCF4D9B8EA5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18C39FCA-9436-1F45-EA83-F46B3B7FD7C1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C8502024-4CBD-FD8C-068E-6B8063996BD4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4143CA4C-E68B-CD0F-D7BC-9613D438B0B6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1029F65E-3198-75C5-C722-CCA55FBE68E7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90469CEC-6A76-D0C9-9092-855AB6BED2D8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E2FD217-AC6A-31C3-57A7-2A299F319D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3519"/>
          <a:stretch/>
        </p:blipFill>
        <p:spPr>
          <a:xfrm>
            <a:off x="956055" y="1220854"/>
            <a:ext cx="7242248" cy="3231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496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D88CBA05-0403-267D-8FCF-E638A98CC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BE19BBBA-423C-164D-21D0-E7ECE9259268}"/>
              </a:ext>
            </a:extLst>
          </p:cNvPr>
          <p:cNvGrpSpPr/>
          <p:nvPr/>
        </p:nvGrpSpPr>
        <p:grpSpPr>
          <a:xfrm rot="-40568">
            <a:off x="2428228" y="303410"/>
            <a:ext cx="4217576" cy="726473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0FE16161-9147-83AB-2025-A430A0506EC0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C946772D-F4D0-39B6-1D8C-E57341A09025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D6E03682-5467-9B64-7945-B6EFEE31F7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66063" y="406979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Peubah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Acak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Multivariat</a:t>
            </a:r>
            <a:endParaRPr lang="en-ID" sz="20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71F077E4-DAB3-F3D8-63B8-15189D93CC87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7A1CAC50-F2A8-E1F4-2284-8AD82A1E3A6F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0CDEF005-188C-0D4A-CBCA-C99463A1A91C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A272E5DD-A475-2C28-1852-FE8CBFBD0025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CE6BDA3A-D5AD-9765-6FAA-28F22C890024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B75C6F60-3BBF-1A79-1115-C4C283323ED8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2775642-11FF-CF54-11F9-4977BEEC1DE5}"/>
              </a:ext>
            </a:extLst>
          </p:cNvPr>
          <p:cNvGrpSpPr/>
          <p:nvPr/>
        </p:nvGrpSpPr>
        <p:grpSpPr>
          <a:xfrm>
            <a:off x="1435066" y="1486430"/>
            <a:ext cx="6273868" cy="3165744"/>
            <a:chOff x="1249150" y="1232317"/>
            <a:chExt cx="6880697" cy="403654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4BC30F0-A80A-AD1A-A1DC-D655502577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49150" y="1232317"/>
              <a:ext cx="6880697" cy="241584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EE801A7-EA91-5941-8D37-4106D4AB90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49151" y="3557602"/>
              <a:ext cx="6880696" cy="17112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15596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95183ABA-5D59-563C-6CB5-EB19E6AB9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AF7A2E77-E064-7EA6-4954-D5ABDD9856D8}"/>
              </a:ext>
            </a:extLst>
          </p:cNvPr>
          <p:cNvGrpSpPr/>
          <p:nvPr/>
        </p:nvGrpSpPr>
        <p:grpSpPr>
          <a:xfrm rot="-40568">
            <a:off x="2428228" y="303410"/>
            <a:ext cx="4217576" cy="726473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E231D4E1-B331-0F77-9D0F-3530C247AA93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D83B22EF-4E16-C772-BD19-8D501CDFFDFD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DA154601-0CC0-4CFB-FCCF-0867C78948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66063" y="406979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Peubah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Acak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Multivariat</a:t>
            </a:r>
            <a:endParaRPr lang="en-ID" sz="20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884F5AD8-529A-DD52-B659-5F638BD92D61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122DDE11-5F80-BB6A-B993-46454CA3E2E0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059B6035-1AF5-9F99-6F25-8D85078B93FA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B58D1BE1-3EF2-295F-A822-F8F7FC51015E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5D94B21D-62CD-FB63-6174-B3128553FFD3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12CA5C52-776A-91A8-DFEE-AF4B08CD8317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9E3160B-1861-791B-4607-F5E50607A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8004" y="1309803"/>
            <a:ext cx="6685866" cy="336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077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1EC0FBAD-BC24-CF13-CF32-6557B4BB6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9556BD27-CBA9-AD3D-9C23-827618CDF24D}"/>
              </a:ext>
            </a:extLst>
          </p:cNvPr>
          <p:cNvGrpSpPr/>
          <p:nvPr/>
        </p:nvGrpSpPr>
        <p:grpSpPr>
          <a:xfrm rot="-40568">
            <a:off x="2429461" y="303403"/>
            <a:ext cx="4217576" cy="935539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230ECA02-E4AB-D4B1-410A-82E20E3EDF24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22D350BA-FFA0-96EA-405E-6ABD7DBF208D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24F46AF2-FBFC-8CF8-4D4E-7F3D8B5008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97986" y="525314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Fungsi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Multivariat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 Joint Probability</a:t>
            </a:r>
            <a:endParaRPr lang="en-ID" sz="20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C8151857-7571-1F9F-2B8B-5B885812DD37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51832B8B-F582-B3A8-77B9-1BEA602358F9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D460D5D2-E0BF-DB0B-9A40-1F8893CE424C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85BFA753-6187-A33F-3CD0-F572DEB91A10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6A81A8B5-E6ED-0B35-88EB-422FC6F37F54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B3A024AC-A1B0-28D9-2F22-558F1F9ECD60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4B76234-C9C3-B58B-81C3-F1BDC378F24D}"/>
              </a:ext>
            </a:extLst>
          </p:cNvPr>
          <p:cNvSpPr txBox="1"/>
          <p:nvPr/>
        </p:nvSpPr>
        <p:spPr>
          <a:xfrm>
            <a:off x="2139042" y="1149892"/>
            <a:ext cx="4427212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DEFINISI 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Diskrit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D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1D0030-4FC2-E594-9674-9E75AC6C4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10" y="1764933"/>
            <a:ext cx="7674179" cy="275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887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429461" y="303403"/>
            <a:ext cx="4217576" cy="935539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497986" y="525314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Fungsi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Multivariat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 Joint Probability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C5B0376-C58B-1C19-BFBA-9B01615A9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167" y="1994868"/>
            <a:ext cx="7420343" cy="15037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DE8AA2-A5BF-3D15-C0F1-B3DBF4F3223F}"/>
              </a:ext>
            </a:extLst>
          </p:cNvPr>
          <p:cNvSpPr txBox="1"/>
          <p:nvPr/>
        </p:nvSpPr>
        <p:spPr>
          <a:xfrm>
            <a:off x="2139042" y="1379999"/>
            <a:ext cx="4427212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Contoh</a:t>
            </a:r>
            <a:endParaRPr lang="en-ID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6540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37747998-9D6A-FE22-6578-75BCF1483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054BDAA7-E2D6-D236-C0D6-75E57C72C22E}"/>
              </a:ext>
            </a:extLst>
          </p:cNvPr>
          <p:cNvGrpSpPr/>
          <p:nvPr/>
        </p:nvGrpSpPr>
        <p:grpSpPr>
          <a:xfrm rot="-40568">
            <a:off x="2429461" y="303403"/>
            <a:ext cx="4217576" cy="935539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62B39997-3894-7023-196B-5A43A6E16350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3AA8ED11-0224-250F-0C9A-CCC518085657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1DBD94CD-2C8F-37B7-2601-079A0BA720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97986" y="525314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Fungsi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Multivariat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 Joint Probability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090D8C64-50AD-5DFB-AA0F-7021C5D84D87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406C886E-7042-E4FB-28EF-74CDC4677373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B9B3C7B5-8DE0-FD87-1C15-3DCDD32D6959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8A377624-06F3-5842-21E0-49955AEA5796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2AE34596-3EBB-6C4C-4C3C-05EA9D601DA8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675EC3BF-08A4-54FA-5ADE-09EC4DC69B3D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EFDCFAF-E7AC-EDAD-B11A-A754F151BA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937"/>
          <a:stretch/>
        </p:blipFill>
        <p:spPr>
          <a:xfrm>
            <a:off x="815818" y="1554289"/>
            <a:ext cx="7420343" cy="11889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245EFA-9AB9-F3DA-7F06-BDE3062175F9}"/>
              </a:ext>
            </a:extLst>
          </p:cNvPr>
          <p:cNvSpPr txBox="1"/>
          <p:nvPr/>
        </p:nvSpPr>
        <p:spPr>
          <a:xfrm>
            <a:off x="2126783" y="1035470"/>
            <a:ext cx="4427212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Contoh</a:t>
            </a:r>
            <a:endParaRPr lang="en-ID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E59AAC-315E-FC54-98BB-737F848F72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0245" y="3033695"/>
            <a:ext cx="3774607" cy="110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240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A16D4019-395C-9619-AFAD-11ABBC225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ADC2A40D-AAA9-6B81-DD64-F253A8B99CCE}"/>
              </a:ext>
            </a:extLst>
          </p:cNvPr>
          <p:cNvGrpSpPr/>
          <p:nvPr/>
        </p:nvGrpSpPr>
        <p:grpSpPr>
          <a:xfrm rot="-40568">
            <a:off x="2429461" y="303403"/>
            <a:ext cx="4217576" cy="935539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D45851DE-40A6-1623-7CE5-43F3E80D235D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9154DD0F-EE40-FF87-32BC-56B0ED771DE4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0438AF7B-ED5F-D146-45DF-9A56820385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97986" y="525314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Fungsi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Multivariat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 Joint Probability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C7D5B300-D087-C21B-A9E5-0ACB3AD28B91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4C0EF2E6-2042-3CFD-05DB-EA60C5CC6CAA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35C90E9D-8242-58AA-0B3B-6760206E0F85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50AB023B-1CFB-A026-BD6B-0D97A2D9DA54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360D54DE-08DA-7E87-4D76-A2B91EC3D182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74C3B9F7-D24A-1F68-475C-DBC2DCEA333F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4C4C180-145A-21BA-095A-29E7466C22B4}"/>
              </a:ext>
            </a:extLst>
          </p:cNvPr>
          <p:cNvSpPr txBox="1"/>
          <p:nvPr/>
        </p:nvSpPr>
        <p:spPr>
          <a:xfrm>
            <a:off x="2312384" y="1179486"/>
            <a:ext cx="4427212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Contoh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3.14</a:t>
            </a:r>
            <a:endParaRPr lang="en-ID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71720C-1694-52C7-8DF4-24F923703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211" y="1762921"/>
            <a:ext cx="5216009" cy="2649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7635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A42D22D4-A93C-86B1-E62A-2799B9D97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021217DE-ABE9-12A1-BA03-233E9E97BEEF}"/>
              </a:ext>
            </a:extLst>
          </p:cNvPr>
          <p:cNvGrpSpPr/>
          <p:nvPr/>
        </p:nvGrpSpPr>
        <p:grpSpPr>
          <a:xfrm rot="-40568">
            <a:off x="2429461" y="303403"/>
            <a:ext cx="4217576" cy="935539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20965B8D-F32B-879D-259A-05907D751889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87A311E7-BD1D-A1D5-BC24-F00B5A983913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3BD87F56-B867-2011-C73C-0162551361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97986" y="525314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Fungsi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Multivariat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 Joint Probability</a:t>
            </a:r>
            <a:endParaRPr lang="en-ID" sz="20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28810135-F450-8FB2-8CDA-FCCE4BFBE9B5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677B4055-92CE-E45C-376F-FED90C35AF31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535F8DD5-2AD5-F4A3-5563-00EF26FE9838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4E98B6C9-2049-0CB7-06E1-924062F3FAE2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4A788E17-A342-AA8C-B917-C157E79EC373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748FE894-E9AF-817E-DAD0-6B3C6E67254E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710F78E-EDBE-7FC0-0C8F-5E7C815C4D77}"/>
              </a:ext>
            </a:extLst>
          </p:cNvPr>
          <p:cNvSpPr txBox="1"/>
          <p:nvPr/>
        </p:nvSpPr>
        <p:spPr>
          <a:xfrm>
            <a:off x="2139042" y="1149892"/>
            <a:ext cx="4427212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DEFINISI 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Kontinyu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D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999C78-3ACD-7932-68A6-FBC0BB5C8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50" y="1967938"/>
            <a:ext cx="7695699" cy="2025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128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C7BB99DC-E951-F917-55F8-7AF3FF6D1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E7178455-C4F1-CD31-0777-90E9EC02F2B6}"/>
              </a:ext>
            </a:extLst>
          </p:cNvPr>
          <p:cNvGrpSpPr/>
          <p:nvPr/>
        </p:nvGrpSpPr>
        <p:grpSpPr>
          <a:xfrm rot="-40568">
            <a:off x="2429461" y="303403"/>
            <a:ext cx="4217576" cy="935539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8EE4D1C3-EBF0-B8E7-6F4F-F3EB485FFD2B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739F32FE-BF74-0DB8-C55B-8F39E26BEBA2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7ACD9182-2394-CF15-6853-0629EA29DE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97986" y="525314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Fungsi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Multivariat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 Joint Probability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6AA14734-4938-580D-31B6-C9E7595CBD54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E16BA8C0-D4E1-0988-BFAD-885497B13389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53AA62AA-6262-CFE7-D333-AB56EFA23D56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7FB91713-9D25-6A61-4BD7-E3221E802F34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2D29F170-4351-E656-7981-9C29112662F8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7B4BADAD-7297-EFAE-3548-1A6626B2F2E5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3F6FE1E-6C4D-EA81-4127-19A0F5124E06}"/>
              </a:ext>
            </a:extLst>
          </p:cNvPr>
          <p:cNvSpPr txBox="1"/>
          <p:nvPr/>
        </p:nvSpPr>
        <p:spPr>
          <a:xfrm>
            <a:off x="2126783" y="1035470"/>
            <a:ext cx="4427212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Contoh</a:t>
            </a:r>
            <a:endParaRPr lang="en-ID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EB094C-2481-3C71-4E35-99ECD01AB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918" y="1627794"/>
            <a:ext cx="7279025" cy="2774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3125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83CA803A-32E9-EE9B-43CE-AD7966FF7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D73FB79F-B211-AE63-CFD5-217E15FB98F8}"/>
              </a:ext>
            </a:extLst>
          </p:cNvPr>
          <p:cNvGrpSpPr/>
          <p:nvPr/>
        </p:nvGrpSpPr>
        <p:grpSpPr>
          <a:xfrm rot="-40568">
            <a:off x="2429461" y="303403"/>
            <a:ext cx="4217576" cy="935539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30EA41B4-1DEC-2424-C1D8-21A54F2E577D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C8605574-E78C-6169-38B7-948F73615194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694BDE65-51FC-21ED-1919-0B0C1DC72E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97986" y="525314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Fungsi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Multivariat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 Joint Probability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409D05DD-9438-EF29-7314-20C41FCDC36D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F95E3B7D-2B0E-E83B-B009-B3D5822B3758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E044235C-0BDF-58AB-BF66-73A89ABAD9A0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D5EC1D70-3164-E8FF-1662-CF83D27265C5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54F18D7C-A56B-D50D-0370-128813778967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4882A708-B2F9-C361-9016-5A10C004BC34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66FF191-41A1-86FE-010C-D014571232FF}"/>
              </a:ext>
            </a:extLst>
          </p:cNvPr>
          <p:cNvSpPr txBox="1"/>
          <p:nvPr/>
        </p:nvSpPr>
        <p:spPr>
          <a:xfrm>
            <a:off x="2312384" y="1179486"/>
            <a:ext cx="4427212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Contoh</a:t>
            </a:r>
            <a:endParaRPr lang="en-ID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99547B-A83F-F39B-CFFB-301DC7A17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538" y="1966055"/>
            <a:ext cx="7356552" cy="2291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396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F01CE3DC-CFF0-671D-7625-78B3C1833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66ABEA24-6EE0-A103-D6F5-6D70FB2476AF}"/>
              </a:ext>
            </a:extLst>
          </p:cNvPr>
          <p:cNvGrpSpPr/>
          <p:nvPr/>
        </p:nvGrpSpPr>
        <p:grpSpPr>
          <a:xfrm rot="-40568">
            <a:off x="2429461" y="303403"/>
            <a:ext cx="4217576" cy="935539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FCA3D7EC-67E6-8467-2460-786DDFFB7858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4AA0C54F-6115-DDE6-7A58-DE4134A3C3EC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5EFC88AB-3975-79C2-0675-C93E402156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97986" y="525314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Fungsi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Multivariat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 Joint Probability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129A83A7-3D62-C497-1379-0228DE30C808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D4A995B9-7BED-D256-140B-E0B6A352D868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E6250E70-DF58-C004-2BAF-61247E117D56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E510E973-697B-DC2E-DD16-40015388A4B5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A766DC9E-9A80-E6B6-5049-44A378232D06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CA938626-69E6-38D0-EDD9-42E7134F5D18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CB10EF0-C970-71CF-376B-89688CF13855}"/>
              </a:ext>
            </a:extLst>
          </p:cNvPr>
          <p:cNvSpPr txBox="1"/>
          <p:nvPr/>
        </p:nvSpPr>
        <p:spPr>
          <a:xfrm>
            <a:off x="184326" y="1234200"/>
            <a:ext cx="175254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Contoh</a:t>
            </a:r>
            <a:endParaRPr lang="en-ID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C08CAA-F8D1-DF5B-AEFA-5F60E806E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877" y="1252357"/>
            <a:ext cx="6648129" cy="3494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034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715F43BB-BFAB-351E-2FE3-C11B1E36F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FF5B8F67-B22E-13D9-685D-1EC9772C1726}"/>
              </a:ext>
            </a:extLst>
          </p:cNvPr>
          <p:cNvGrpSpPr/>
          <p:nvPr/>
        </p:nvGrpSpPr>
        <p:grpSpPr>
          <a:xfrm rot="-40568">
            <a:off x="2427675" y="303414"/>
            <a:ext cx="4217576" cy="632736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09033C11-E0E7-0F11-925C-81775BFCCCC7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952D0238-0F6C-6066-8C82-63B7942B0320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E300A7DD-D3FB-930B-BF95-518868E31C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6672" y="376380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Marginal Probability</a:t>
            </a:r>
            <a:endParaRPr lang="en-ID" sz="20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1896FF16-2A93-EA50-7BFF-F0C04159D77E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45D5044F-5D09-C6F3-BD35-6D3579A0687A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EB9D4F99-6D43-0BD4-00A7-A49C63F53AAC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ED4AAA40-0C9D-939D-3241-A5B77403949D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FEB457A5-4EC8-6BBA-1C0B-3FFCF682ABA5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84D33E4A-B146-3157-466F-B3E69D6E6812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6480451-8472-7B0A-D063-FE3DD208EC25}"/>
              </a:ext>
            </a:extLst>
          </p:cNvPr>
          <p:cNvSpPr txBox="1"/>
          <p:nvPr/>
        </p:nvSpPr>
        <p:spPr>
          <a:xfrm>
            <a:off x="2139042" y="1149892"/>
            <a:ext cx="4427212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DEFINISI</a:t>
            </a:r>
            <a:endParaRPr lang="en-ID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034BDC-0E10-3295-F8CF-AC8254720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96" y="1919922"/>
            <a:ext cx="7518904" cy="2732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600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CA251205-211D-25AB-21A8-4A4FEDBD9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E3365507-45B7-AEC0-C431-1C74DD311B6C}"/>
              </a:ext>
            </a:extLst>
          </p:cNvPr>
          <p:cNvGrpSpPr/>
          <p:nvPr/>
        </p:nvGrpSpPr>
        <p:grpSpPr>
          <a:xfrm rot="-40568">
            <a:off x="2427675" y="303414"/>
            <a:ext cx="4217576" cy="632736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8138FD94-4A12-33DB-2ED9-AECD982451C3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AAF18C91-0518-9084-7498-68291389C7A1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91CB0A13-DB98-CE19-7509-868CED2C49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6672" y="376380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Marginal Probability</a:t>
            </a:r>
            <a:endParaRPr lang="en-ID" sz="20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FC667900-6353-118B-A596-523548CD688F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CE6B6802-85B6-8899-F25B-B6826AC2B72A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6B743146-D380-7CD1-9707-A8C89460BA93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48A2E72E-FED1-BA4F-9C1F-14623AC57F22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9A8E1568-BD0F-79BD-27F6-E5FED145802D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40438F90-4FC0-8495-12AC-568794CB51C8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D23F6D6-3285-547B-1DE0-637CD447A3F8}"/>
              </a:ext>
            </a:extLst>
          </p:cNvPr>
          <p:cNvSpPr txBox="1"/>
          <p:nvPr/>
        </p:nvSpPr>
        <p:spPr>
          <a:xfrm>
            <a:off x="2221398" y="802585"/>
            <a:ext cx="4427212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Contoh</a:t>
            </a:r>
            <a:endParaRPr lang="en-ID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408A40-176F-273C-8C93-36DF610E2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066" y="1322889"/>
            <a:ext cx="7348609" cy="349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4446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52A226CA-9FD0-5D9B-2980-4017BE983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01F228C5-396B-82EB-711C-DE4B511EF866}"/>
              </a:ext>
            </a:extLst>
          </p:cNvPr>
          <p:cNvGrpSpPr/>
          <p:nvPr/>
        </p:nvGrpSpPr>
        <p:grpSpPr>
          <a:xfrm rot="-40568">
            <a:off x="2427675" y="303414"/>
            <a:ext cx="4217576" cy="632736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2B3544AE-AA3C-636E-003C-F68506DA6230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C3AD3E2E-A25E-182F-1346-41C4EE39BF0D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5CC3FB13-493F-105C-D88E-2FD0F429ED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6672" y="376380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Marginal Probability</a:t>
            </a:r>
            <a:endParaRPr lang="en-ID" sz="20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7B07F213-1885-AB7C-9CD3-3817017B5FED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3E1BD698-E156-1B09-D1DE-F68DD08304C5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546050B9-91CE-3B37-D906-7DD8C8F0AAB0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875DBBE4-EB1A-342C-CAAA-3DEBCFA2EBB0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4CD7B4C0-2B6E-DC96-15DB-2FBB410391D0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081A0512-D7B1-81A8-303D-5F45C7164BD8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AD1DA740-4988-43C6-9072-9701ABB0027E}"/>
              </a:ext>
            </a:extLst>
          </p:cNvPr>
          <p:cNvSpPr txBox="1"/>
          <p:nvPr/>
        </p:nvSpPr>
        <p:spPr>
          <a:xfrm>
            <a:off x="2221398" y="802585"/>
            <a:ext cx="4427212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Contoh</a:t>
            </a:r>
            <a:endParaRPr lang="en-ID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76D84F-04F7-6175-74AD-9B25F2F0DC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29" t="56693" r="17802"/>
          <a:stretch/>
        </p:blipFill>
        <p:spPr>
          <a:xfrm>
            <a:off x="2600162" y="1618566"/>
            <a:ext cx="3669684" cy="6621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89A6F9-69CC-B6FA-A98B-B284C687D9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376" y="2527112"/>
            <a:ext cx="7553929" cy="212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915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3778374C-3CF6-BEDB-BD5E-1B6114593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7484E460-172C-0BAD-9945-E8CD127D61E3}"/>
              </a:ext>
            </a:extLst>
          </p:cNvPr>
          <p:cNvGrpSpPr/>
          <p:nvPr/>
        </p:nvGrpSpPr>
        <p:grpSpPr>
          <a:xfrm rot="-40568">
            <a:off x="2427675" y="303414"/>
            <a:ext cx="4217576" cy="632736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88BB91AF-4D1E-1B0C-C621-BD0DE8F28916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A26403B1-2186-A7AC-B08E-E9ED5478B4B1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0CE78D4E-AF84-18F6-4CB0-F7F57D2BEA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6672" y="376380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Marginal Probability</a:t>
            </a:r>
            <a:endParaRPr lang="en-ID" sz="20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4126B2B3-E2ED-404F-90E3-1C51595FA14B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134A8626-D01D-CD87-2A05-42DECAA6A993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6A2A7E86-37B9-E10E-9B76-61DB83317697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5F756857-80E8-4B39-489C-8262CB14C2A0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3BD52E72-801D-8C95-03F3-DC69768F21C6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FA9D1CF9-5F15-0980-4EB7-C8B0A841352A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F7EF8DB-CBEC-6355-E8AD-97C5378162A4}"/>
              </a:ext>
            </a:extLst>
          </p:cNvPr>
          <p:cNvSpPr txBox="1"/>
          <p:nvPr/>
        </p:nvSpPr>
        <p:spPr>
          <a:xfrm>
            <a:off x="2221398" y="802585"/>
            <a:ext cx="4427212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Fakta</a:t>
            </a:r>
            <a:endParaRPr lang="en-ID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47DC86-CFB0-F5DE-2EE6-CEBC054EC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481" y="1611611"/>
            <a:ext cx="7315188" cy="300908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BCE036D-5FEF-C086-F9F6-51A861068E5A}"/>
                  </a:ext>
                </a:extLst>
              </p14:cNvPr>
              <p14:cNvContentPartPr/>
              <p14:nvPr/>
            </p14:nvContentPartPr>
            <p14:xfrm>
              <a:off x="3026880" y="2354760"/>
              <a:ext cx="2853360" cy="948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BCE036D-5FEF-C086-F9F6-51A861068E5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17520" y="2345400"/>
                <a:ext cx="2872080" cy="96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1745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2857DC61-DE45-CFE9-F9C1-2F3424081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E650C745-2B53-BBEE-729A-7A779FD81513}"/>
              </a:ext>
            </a:extLst>
          </p:cNvPr>
          <p:cNvGrpSpPr/>
          <p:nvPr/>
        </p:nvGrpSpPr>
        <p:grpSpPr>
          <a:xfrm rot="-40568">
            <a:off x="2427675" y="303414"/>
            <a:ext cx="4217576" cy="632736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A61FD9F2-7D85-A9D2-338F-F9AD70EBF230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A8C3F98C-87F6-CDDB-CF8E-FC4A1DA606E4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FFCD3C68-519F-CEBC-3D36-3C021CDB92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6672" y="376380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Besyarat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Bivariat</a:t>
            </a:r>
            <a:endParaRPr lang="en-US" sz="20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5E216B02-992B-F037-1707-B6F211C3F946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5F89EA4A-5C53-2A3E-6E6B-3D21A2A0F2D5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43392E91-CBB4-DA64-3993-23EB39332DEF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96BC21C6-2B8C-E5BB-27F1-17546CBFC5A2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B7D948EB-D284-675A-018C-23C30145D0B4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6931C9E7-6CCD-F2AF-4700-A793474C20EB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1AF92C9-B4FA-681E-FD8F-53213DA28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880" y="1303304"/>
            <a:ext cx="7101622" cy="16755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30810A-2F6C-F119-3F06-51957B28FC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880" y="2904559"/>
            <a:ext cx="7096732" cy="1334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482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91DE9D5A-3BF9-6AA4-0729-422FF3D5A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79E858D2-3268-3B9E-EFF2-7FF75F6C99CE}"/>
              </a:ext>
            </a:extLst>
          </p:cNvPr>
          <p:cNvGrpSpPr/>
          <p:nvPr/>
        </p:nvGrpSpPr>
        <p:grpSpPr>
          <a:xfrm rot="-40568">
            <a:off x="2427675" y="303414"/>
            <a:ext cx="4217576" cy="632736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B0AA4619-92FA-C2B5-FC80-9199E1E9A94C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4096733E-29E0-D968-6EC1-9F21A150A617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9974EC40-6D6F-ACF7-E9C6-D61AFC1F95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6672" y="376380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Besyarat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Bivariat</a:t>
            </a:r>
            <a:endParaRPr lang="en-US" sz="20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0F616BDA-E66A-C38B-491F-013440CC9ACC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456BAD05-D3AA-877B-FD36-77FA30ADAE7A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1AD90238-E5AC-2B0B-B5EE-E312E37B44D4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F17C41FA-0E4C-31AD-7FC1-9081AACDB8E9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12D72645-1A04-AAD0-82B3-AEB70F687A5D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04533FA1-88F1-3582-F710-E719A56C8360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B685CC3-EDF5-9881-2527-6F445CD65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40" y="1412092"/>
            <a:ext cx="7694799" cy="2561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7962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A33A0D1F-157D-BD34-F245-4600590BB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5027486E-3D5E-A393-B847-4A5566454FA4}"/>
              </a:ext>
            </a:extLst>
          </p:cNvPr>
          <p:cNvGrpSpPr/>
          <p:nvPr/>
        </p:nvGrpSpPr>
        <p:grpSpPr>
          <a:xfrm rot="-40568">
            <a:off x="2427675" y="303414"/>
            <a:ext cx="4217576" cy="632736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1DDD80B7-E2FC-E70A-6286-5EC4164A49B5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A41EF2FC-E451-8F14-FC54-6147DEE16FD2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AD243F14-C339-1341-97E6-3E5D54AB45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6672" y="376380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Besyarat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Bivariat</a:t>
            </a:r>
            <a:endParaRPr lang="en-US" sz="20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521FC0D2-9CF5-AB8C-DD51-AD1A006F01CD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E902C968-F318-1B25-6D45-C1B0C39D5919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8C4575FB-C9C0-BB5C-F107-6440871B4FC0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F3E573BE-3E61-9CF1-C35F-9124C1DCC8AF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9E3A28D9-C576-4DD9-05E8-3F263F60F058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9B88523F-352A-36F3-19B6-76B0E42B084E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FB39909B-2620-D016-280E-B70BFEC5A9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294"/>
          <a:stretch/>
        </p:blipFill>
        <p:spPr>
          <a:xfrm>
            <a:off x="1267436" y="822998"/>
            <a:ext cx="6804223" cy="4095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424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CA289D23-6F80-DA80-886D-D455F88EF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FE9BC2FF-175F-A81A-5666-D318E7442090}"/>
              </a:ext>
            </a:extLst>
          </p:cNvPr>
          <p:cNvGrpSpPr/>
          <p:nvPr/>
        </p:nvGrpSpPr>
        <p:grpSpPr>
          <a:xfrm rot="-40568">
            <a:off x="2427675" y="303414"/>
            <a:ext cx="4217576" cy="632736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4D82CEF8-D05C-63FE-1DF3-1637BE46842A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0FC7A179-B87D-8C74-FF04-2215A4504279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65F5A68B-02AD-A9DB-4380-F3B506DBCD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6672" y="376380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Besyarat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Bivariat</a:t>
            </a:r>
            <a:endParaRPr lang="en-US" sz="20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DD502F17-1D68-FA44-BF88-7E1979351B41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FCB47FD3-1285-7287-E621-4C15B77F2DB1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80FB7CAF-507C-BC64-69A5-40AAB11C20BF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667D1295-E40F-7CF7-2E94-03BE1F7D8C11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124B4670-A2C4-BA4B-3926-22AD6E808089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8D8C1DA7-AFEC-AADE-67A7-5C3AEF1672F7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E65303F-9C8B-DDD6-FE57-30131528F1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528" t="80702"/>
          <a:stretch/>
        </p:blipFill>
        <p:spPr>
          <a:xfrm>
            <a:off x="1343155" y="1899153"/>
            <a:ext cx="6468048" cy="1050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83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56178CB1-B1C9-EB13-53AB-1BD87015D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694A3EBD-3449-DBA6-7623-D0BCCE81D45D}"/>
              </a:ext>
            </a:extLst>
          </p:cNvPr>
          <p:cNvGrpSpPr/>
          <p:nvPr/>
        </p:nvGrpSpPr>
        <p:grpSpPr>
          <a:xfrm rot="-40568">
            <a:off x="2427675" y="303414"/>
            <a:ext cx="4217576" cy="632736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51FCCF28-A533-454A-2001-9265E115CD37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410DA148-D5D5-06D1-AE25-785A28385DBA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74B2B8FC-CA53-91A3-8054-50F890959F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6672" y="376380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Besyarat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Bivariat</a:t>
            </a:r>
            <a:endParaRPr lang="en-US" sz="20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48003ED2-C054-B3A9-3092-A88F88776D9D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5819D23D-B676-AC19-41FD-11C1DE70D311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645FA176-7C79-AB99-A883-A68D33BBF7D8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B6930E80-47F3-F21D-C6A2-6E1A2F798C16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DEFEBD53-94E5-5041-5B40-181236DE2936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8BEB48DE-5F98-D101-EBC4-036C9D9EE105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6F8169D-5026-0887-92E9-854F7154D162}"/>
              </a:ext>
            </a:extLst>
          </p:cNvPr>
          <p:cNvSpPr txBox="1"/>
          <p:nvPr/>
        </p:nvSpPr>
        <p:spPr>
          <a:xfrm>
            <a:off x="2221398" y="802585"/>
            <a:ext cx="4427212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Bebas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Statistik</a:t>
            </a:r>
            <a:endParaRPr lang="en-ID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B15338-7088-51C7-F10D-0D9B19BA3C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9887"/>
          <a:stretch/>
        </p:blipFill>
        <p:spPr>
          <a:xfrm>
            <a:off x="940556" y="1568191"/>
            <a:ext cx="7417999" cy="215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944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62B29E75-088C-F00F-E561-09452380A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4072DE60-D13C-59DC-D637-CDDE0F259E9F}"/>
              </a:ext>
            </a:extLst>
          </p:cNvPr>
          <p:cNvGrpSpPr/>
          <p:nvPr/>
        </p:nvGrpSpPr>
        <p:grpSpPr>
          <a:xfrm rot="-40568">
            <a:off x="2427675" y="303414"/>
            <a:ext cx="4217576" cy="632736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23824F44-7F56-865C-AAF8-5447A6992903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6E3ECCA6-CF4E-9883-C264-3F2A046A121A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B31C07C7-BD07-2A72-FE04-723F4F1543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6672" y="376380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Besyarat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Bivariat</a:t>
            </a:r>
            <a:endParaRPr lang="en-US" sz="20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5F1F701F-9DA9-F3D7-EFA8-D4F0A7100E73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470ACE33-D06B-06EB-3CC3-75143C5DBD47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F170E2E1-7322-6748-67E5-6CE2C835E29C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55679874-816E-7406-950F-206B9E902DA4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C7956491-F549-0164-0794-388F2B03FFA9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D1C36FFA-7B1F-B5B0-CC8F-B4B8ACECFBE4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7C7E1F4-F36A-A3FC-B395-7DFD3B8E9E86}"/>
              </a:ext>
            </a:extLst>
          </p:cNvPr>
          <p:cNvSpPr txBox="1"/>
          <p:nvPr/>
        </p:nvSpPr>
        <p:spPr>
          <a:xfrm>
            <a:off x="2221398" y="802585"/>
            <a:ext cx="4427212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Bebas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Statistik</a:t>
            </a:r>
            <a:endParaRPr lang="en-ID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7ABDD5-106C-4A87-CB75-B5097951FF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1013" r="19056"/>
          <a:stretch/>
        </p:blipFill>
        <p:spPr>
          <a:xfrm>
            <a:off x="1625336" y="1394867"/>
            <a:ext cx="6330994" cy="3348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664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53EEE298-8343-E47F-0BEC-EFEBCCE4F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A0E7DD79-8D1E-E1BA-E4B8-16DD175FD909}"/>
              </a:ext>
            </a:extLst>
          </p:cNvPr>
          <p:cNvGrpSpPr/>
          <p:nvPr/>
        </p:nvGrpSpPr>
        <p:grpSpPr>
          <a:xfrm rot="-40568">
            <a:off x="2427675" y="303414"/>
            <a:ext cx="4217576" cy="632736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8BC35D6D-3D26-7DCF-5142-767280102A4A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3B413C74-9D61-A752-5AE7-58978DC6CC8B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00F9E1B7-63A1-1B66-A8CF-3ECFB4C917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6672" y="376380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Besyarat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Bivariat</a:t>
            </a:r>
            <a:endParaRPr lang="en-US" sz="20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876400F3-920F-2BD5-B4CF-326F40A3C45C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485A9E53-C212-9AAD-CE7A-B09BBFD02F6D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5696D1FA-C1EB-34CF-AE36-5A0498058C7D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66820909-42B4-D433-1FA7-EAE97FBBB0BD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84A72CD1-BE18-4846-DCFE-A0220836B94A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D75E66E4-60E4-24E6-0128-8B341C49ACD4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D6837F3-5C43-6AED-6641-C813F094F4D0}"/>
              </a:ext>
            </a:extLst>
          </p:cNvPr>
          <p:cNvSpPr txBox="1"/>
          <p:nvPr/>
        </p:nvSpPr>
        <p:spPr>
          <a:xfrm>
            <a:off x="2221398" y="960133"/>
            <a:ext cx="4427212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Definisi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Bebas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Statistik</a:t>
            </a:r>
            <a:endParaRPr lang="en-ID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0247AC-6F16-8FB6-7766-4207B8B0F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398" y="1697103"/>
            <a:ext cx="7863204" cy="224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797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9938E2C4-3109-47E7-9462-90563475A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4B368ECE-6A87-69DF-9EC9-2E37B5DB7FAE}"/>
              </a:ext>
            </a:extLst>
          </p:cNvPr>
          <p:cNvGrpSpPr/>
          <p:nvPr/>
        </p:nvGrpSpPr>
        <p:grpSpPr>
          <a:xfrm rot="-40568">
            <a:off x="2427675" y="303414"/>
            <a:ext cx="4217576" cy="632736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5A726D87-6537-A78D-3219-4BDD84188FEE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E5E5F050-3A79-5E7E-692C-626CB6A01547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F93F6330-D531-BDCA-D000-EE18033F35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6672" y="376380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Besyarat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Bivariat</a:t>
            </a:r>
            <a:endParaRPr lang="en-US" sz="20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71570961-00E5-AC93-4DCE-5CF4A911FD56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78C25511-4541-0C27-F960-1CE76E53E1F6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244563C5-79A6-6018-3D18-FA2D84702349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49AE3846-2AE6-A0A5-F44A-2263190A4EE9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52626B53-6DE3-8478-28A1-2A6A5791D220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BEA8B632-2CBB-072A-5CC3-0B2CAC821583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931F946-6BC5-4ACD-9189-6025B6CFB09D}"/>
              </a:ext>
            </a:extLst>
          </p:cNvPr>
          <p:cNvSpPr txBox="1"/>
          <p:nvPr/>
        </p:nvSpPr>
        <p:spPr>
          <a:xfrm>
            <a:off x="2221398" y="1201202"/>
            <a:ext cx="4427212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Contoh</a:t>
            </a:r>
            <a:endParaRPr lang="en-ID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9CC07C-72FF-8D6D-A53A-CE34C895D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250" y="1184896"/>
            <a:ext cx="7531487" cy="3467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2288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A56714F9-DE0F-8E1C-1939-71CDA563C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8771E32C-0674-8B09-295B-A41C45DA9EF1}"/>
              </a:ext>
            </a:extLst>
          </p:cNvPr>
          <p:cNvGrpSpPr/>
          <p:nvPr/>
        </p:nvGrpSpPr>
        <p:grpSpPr>
          <a:xfrm rot="-40568">
            <a:off x="2427675" y="303414"/>
            <a:ext cx="4217576" cy="632736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3D4C4D1A-3216-834F-0A78-17B3833F4B61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618C0E14-1454-E6A2-3820-740AE2A46F00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A8E73F18-0DAE-98DC-1667-5B6ED8D559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6672" y="376380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Distribusi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Normal</a:t>
            </a: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F62B79D3-50D5-4221-6ADC-EC6AB99691FD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1083C510-DF62-40AB-12E1-641CD2EEFFBD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B65C3322-C713-756E-7481-24F94318DBF2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A75AB413-145F-FDB4-EB80-F9CF309E830A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5E4F7F5A-F815-7E7A-8B44-764C1D9CEB8C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DE434175-BE19-F43D-C07B-0E8FC0FF7614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85B84C47-CEE8-55D7-3D37-A57C34DAD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427" y="1075959"/>
            <a:ext cx="6596599" cy="12427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9BB8C6-861E-7A19-EBE0-7FFEFFD2B0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7559" y="2456879"/>
            <a:ext cx="3675122" cy="241964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09EE472-95A6-5190-C22D-092AA75E4F35}"/>
                  </a:ext>
                </a:extLst>
              </p14:cNvPr>
              <p14:cNvContentPartPr/>
              <p14:nvPr/>
            </p14:nvContentPartPr>
            <p14:xfrm>
              <a:off x="3571920" y="2567880"/>
              <a:ext cx="1889280" cy="1019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09EE472-95A6-5190-C22D-092AA75E4F3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62560" y="2558520"/>
                <a:ext cx="1908000" cy="103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38044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465E7CAE-B7E6-88D7-553D-549633DDD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499D10BB-F5A7-4782-0949-102C0BA50226}"/>
              </a:ext>
            </a:extLst>
          </p:cNvPr>
          <p:cNvGrpSpPr/>
          <p:nvPr/>
        </p:nvGrpSpPr>
        <p:grpSpPr>
          <a:xfrm rot="-40568">
            <a:off x="2427675" y="303414"/>
            <a:ext cx="4217576" cy="632736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BEA080C0-DEE4-0296-9EAE-4BCA755C0A8E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5C895923-B38D-23CE-5BAB-9F5962321B44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9B9F6B61-093C-A251-6728-3B7AE16ACA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6672" y="376380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Distribusi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Normal</a:t>
            </a: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919BD640-7A87-E0D1-858A-2D95B170D50F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3902AC88-79CC-F7BC-A166-AE0D8C0B31C9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7858D06F-FD66-E2EA-CC4F-930C6B9DA423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254C2115-D361-870A-6153-42A5133EAA59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1071229B-FE79-7C38-1269-7251AE2161E8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35592E9A-F815-36ED-8E69-6C4C9B96B0E7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B5035B0-9D28-AB15-B051-0C6C65A70D30}"/>
              </a:ext>
            </a:extLst>
          </p:cNvPr>
          <p:cNvSpPr txBox="1"/>
          <p:nvPr/>
        </p:nvSpPr>
        <p:spPr>
          <a:xfrm>
            <a:off x="2221398" y="960133"/>
            <a:ext cx="4427212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Contoh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D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E44C1A-472A-2F4E-BF50-C06B330DE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483" y="1696710"/>
            <a:ext cx="4871042" cy="295546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716EA11-5F17-9DD9-86A2-819132976AED}"/>
                  </a:ext>
                </a:extLst>
              </p14:cNvPr>
              <p14:cNvContentPartPr/>
              <p14:nvPr/>
            </p14:nvContentPartPr>
            <p14:xfrm>
              <a:off x="2212920" y="2725920"/>
              <a:ext cx="4987080" cy="102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716EA11-5F17-9DD9-86A2-819132976AE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03560" y="2716560"/>
                <a:ext cx="5005800" cy="12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5096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B160D3BD-6542-D4DF-87F6-E311E1D6B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223828D6-4C04-741A-4DEB-E425656B475A}"/>
              </a:ext>
            </a:extLst>
          </p:cNvPr>
          <p:cNvGrpSpPr/>
          <p:nvPr/>
        </p:nvGrpSpPr>
        <p:grpSpPr>
          <a:xfrm rot="-40568">
            <a:off x="2427675" y="303414"/>
            <a:ext cx="4217576" cy="632736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D9F17AC8-3760-3DB9-0C77-92710895DE86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8F4CBAE8-FE48-E8C0-C541-CC3A7E061DED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5915F3D5-A21A-DDDB-E0DA-4D85857AD4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6672" y="376380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Distribusi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Normal</a:t>
            </a: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88C0D942-6D1E-49DC-B776-39BA9BD54A93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11B20DB1-E1C2-798B-18C2-3B75279492E5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1A0B0371-121D-0559-D12C-97ABC7E85D07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3A724270-50BD-33E3-C2F8-90CEC6B03CA3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71379780-0BC9-5257-BF64-8630F00CDEAA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ADEBE110-B9CC-1EED-E515-62633154722A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981F718-8AB5-E4C7-4F4A-79642CBECA81}"/>
              </a:ext>
            </a:extLst>
          </p:cNvPr>
          <p:cNvSpPr txBox="1"/>
          <p:nvPr/>
        </p:nvSpPr>
        <p:spPr>
          <a:xfrm>
            <a:off x="2221398" y="960133"/>
            <a:ext cx="4427212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Contoh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D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B5E5EB-A2E8-76EE-4908-D466D1752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398" y="1568380"/>
            <a:ext cx="4922662" cy="310195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2A4FAC4-1531-ABD4-D99A-6A39EC32E97B}"/>
                  </a:ext>
                </a:extLst>
              </p14:cNvPr>
              <p14:cNvContentPartPr/>
              <p14:nvPr/>
            </p14:nvContentPartPr>
            <p14:xfrm>
              <a:off x="3453480" y="419040"/>
              <a:ext cx="2063160" cy="3065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2A4FAC4-1531-ABD4-D99A-6A39EC32E97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44120" y="409680"/>
                <a:ext cx="2081880" cy="308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2543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6076C4A1-20B4-B5D8-65DE-69B977AE5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8570E4AC-B762-DE11-5D9D-2D9A42C80934}"/>
              </a:ext>
            </a:extLst>
          </p:cNvPr>
          <p:cNvGrpSpPr/>
          <p:nvPr/>
        </p:nvGrpSpPr>
        <p:grpSpPr>
          <a:xfrm rot="-40568">
            <a:off x="2427675" y="303414"/>
            <a:ext cx="4217576" cy="632736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0B7081BB-7536-13E0-67F3-C5190FB94586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E46FC7CF-535C-79F5-D037-560918F17BD3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157ADCD7-B057-AF3A-9830-D4B4A3CBAB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6672" y="376380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Distribusi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Normal</a:t>
            </a: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E2379A6B-63B7-5A34-607C-CE73E46823D1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EF476C0A-50A3-3983-7A5C-49FF8F415EF6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FF2CB023-79B5-A33F-52A3-D9E8B4B356CE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A1A7626F-2D55-B0B4-8E22-8F7EAC7CD5B9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DF7E0919-BB0F-C98A-9637-AFF9953381E5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35FDD218-B171-98D9-7382-D91B71C83809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5A8F2A1-C5C2-7841-231F-150E31A83B63}"/>
              </a:ext>
            </a:extLst>
          </p:cNvPr>
          <p:cNvSpPr txBox="1"/>
          <p:nvPr/>
        </p:nvSpPr>
        <p:spPr>
          <a:xfrm>
            <a:off x="2221398" y="960133"/>
            <a:ext cx="4427212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Contoh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D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94B662-F72F-4810-A834-2C3216BB67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398" y="1568380"/>
            <a:ext cx="4922662" cy="310195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5CA67A7-3FE6-AF17-524C-7991AD0CB3C2}"/>
                  </a:ext>
                </a:extLst>
              </p14:cNvPr>
              <p14:cNvContentPartPr/>
              <p14:nvPr/>
            </p14:nvContentPartPr>
            <p14:xfrm>
              <a:off x="1841400" y="1264320"/>
              <a:ext cx="3691080" cy="3413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5CA67A7-3FE6-AF17-524C-7991AD0CB3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32040" y="1254960"/>
                <a:ext cx="3709800" cy="343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94401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7191F0FE-5277-3E5E-194C-B4112163C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870DBA5-42AE-146D-D88D-154876EF0C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2"/>
          <a:stretch/>
        </p:blipFill>
        <p:spPr>
          <a:xfrm>
            <a:off x="1464698" y="2747103"/>
            <a:ext cx="6582022" cy="1044219"/>
          </a:xfrm>
          <a:prstGeom prst="rect">
            <a:avLst/>
          </a:prstGeom>
        </p:spPr>
      </p:pic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0D5DDB06-9802-A0CD-C7B5-D99D9358D987}"/>
              </a:ext>
            </a:extLst>
          </p:cNvPr>
          <p:cNvGrpSpPr/>
          <p:nvPr/>
        </p:nvGrpSpPr>
        <p:grpSpPr>
          <a:xfrm rot="-40568">
            <a:off x="2427675" y="303414"/>
            <a:ext cx="4217576" cy="632736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33844799-BD58-DE0F-9B66-60DA7887578C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94650C35-8FEC-4558-3EF3-D2B2D60ED386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4B340D33-5169-473A-F759-BE3104A424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6672" y="376380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Distribusi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Normal</a:t>
            </a: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765DCC87-8A89-9195-BAF8-EA6D4E44AC3E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BED9E023-1444-F73E-E9A7-3A9AA0243669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6A958A6A-3CB4-FFF1-DD37-C581472B3147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FDF61534-5316-53D7-C902-2BD3609EEEC6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7512AD48-E1DA-7E36-9B79-BB0AC8393210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59D2C93F-B2EE-A9AF-543A-1B4D08D85424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0CBA7F8-E355-A757-DDFD-9824EC6ACB7A}"/>
              </a:ext>
            </a:extLst>
          </p:cNvPr>
          <p:cNvSpPr txBox="1"/>
          <p:nvPr/>
        </p:nvSpPr>
        <p:spPr>
          <a:xfrm>
            <a:off x="2221398" y="960133"/>
            <a:ext cx="4427212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Sifat-Sifat:</a:t>
            </a:r>
            <a:endParaRPr lang="en-ID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286185-AC48-3BA6-E984-F247112D01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2708"/>
          <a:stretch/>
        </p:blipFill>
        <p:spPr>
          <a:xfrm>
            <a:off x="1464698" y="1601905"/>
            <a:ext cx="6582022" cy="127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4159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FCA03A49-C1DB-FA8F-1600-3D6E02CE1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E1AC9572-F560-C94C-FF8E-256A252CB6DC}"/>
              </a:ext>
            </a:extLst>
          </p:cNvPr>
          <p:cNvGrpSpPr/>
          <p:nvPr/>
        </p:nvGrpSpPr>
        <p:grpSpPr>
          <a:xfrm rot="-40568">
            <a:off x="2427675" y="303414"/>
            <a:ext cx="4217576" cy="632736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F6D1ED75-7265-9E9C-747D-FC3883F80162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B3284BD9-0230-8B85-E188-EE61AC538DC0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6E1E5BEA-5CDD-AC1E-9904-DBE2028ED4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6672" y="376380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Distribusi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Normal</a:t>
            </a: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A83F0D5D-43CE-0857-850F-513D38C35110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34B13249-0488-A88B-172E-28363DBDC891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04818EC0-5246-D64B-73E5-01E0C07D8195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44A9961E-AFA1-25C6-2A0F-B6D817859F66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5ACB7837-AEB9-012D-A2BB-2AAC8B224E10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259D5D83-5D17-56A3-AE28-B2F7EDED642D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DF0AA5FC-44AA-C601-CB64-3EA09C236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7682" y="2066274"/>
            <a:ext cx="3675122" cy="24196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BE40A4C-E5AB-4198-B6C5-22C1CBA02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34" y="1284350"/>
            <a:ext cx="7844689" cy="62720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86B623A-5184-4AD3-268B-A38D73EF24FB}"/>
                  </a:ext>
                </a:extLst>
              </p14:cNvPr>
              <p14:cNvContentPartPr/>
              <p14:nvPr/>
            </p14:nvContentPartPr>
            <p14:xfrm>
              <a:off x="3904200" y="2986560"/>
              <a:ext cx="1280520" cy="1248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86B623A-5184-4AD3-268B-A38D73EF24F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94840" y="2977200"/>
                <a:ext cx="1299240" cy="126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86751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8BEA130D-AFC8-9045-CE6F-D6685955B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02D0A20C-EB09-8BA5-58EB-89A7451A1F4F}"/>
              </a:ext>
            </a:extLst>
          </p:cNvPr>
          <p:cNvGrpSpPr/>
          <p:nvPr/>
        </p:nvGrpSpPr>
        <p:grpSpPr>
          <a:xfrm rot="-40568">
            <a:off x="2427675" y="303414"/>
            <a:ext cx="4217576" cy="632736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345B8E23-3675-527D-2F90-809ED383951B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F6BC0A1E-90DE-D3AB-D9B0-B6A480938B58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6C99A06E-1198-F736-C6A7-773FBEDFD7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6672" y="376380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Distribusi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Normal</a:t>
            </a: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777288C3-2F03-F2F3-A969-57E209765ACB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9DF1D87F-B08B-D5D2-B2D2-08CDAE729C0C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36D87613-9B33-EB14-E3B8-8861A71FFC10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6AE1A1BA-7835-31F5-B4CB-55685CCA05A9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64DDE2DD-C919-132E-4234-9361423807BA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00A45804-C00C-D273-338C-526B40D170F5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6F6725D-98C5-1FCE-9E51-42DD012BE8D1}"/>
              </a:ext>
            </a:extLst>
          </p:cNvPr>
          <p:cNvSpPr txBox="1"/>
          <p:nvPr/>
        </p:nvSpPr>
        <p:spPr>
          <a:xfrm>
            <a:off x="2221398" y="960133"/>
            <a:ext cx="4427212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Transformasi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Variabel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en-ID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18C197-9FF0-E0A5-6618-5E29EC1C5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2218" y="4013249"/>
            <a:ext cx="1400044" cy="7538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528674-0869-AFA2-6683-28447BF92B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3618" y="1473149"/>
            <a:ext cx="4554992" cy="243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2460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63D922A8-B0F4-B09E-DA23-8078E76F2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>
            <a:extLst>
              <a:ext uri="{FF2B5EF4-FFF2-40B4-BE49-F238E27FC236}">
                <a16:creationId xmlns:a16="http://schemas.microsoft.com/office/drawing/2014/main" id="{712A8ECE-DD27-57E4-8495-88596299C755}"/>
              </a:ext>
            </a:extLst>
          </p:cNvPr>
          <p:cNvGrpSpPr/>
          <p:nvPr/>
        </p:nvGrpSpPr>
        <p:grpSpPr>
          <a:xfrm rot="-40568">
            <a:off x="2427675" y="303414"/>
            <a:ext cx="4217576" cy="632736"/>
            <a:chOff x="2975475" y="303600"/>
            <a:chExt cx="3129040" cy="1214517"/>
          </a:xfrm>
        </p:grpSpPr>
        <p:sp>
          <p:nvSpPr>
            <p:cNvPr id="997" name="Google Shape;997;p44">
              <a:extLst>
                <a:ext uri="{FF2B5EF4-FFF2-40B4-BE49-F238E27FC236}">
                  <a16:creationId xmlns:a16="http://schemas.microsoft.com/office/drawing/2014/main" id="{FFB58CAF-E2F4-BBD6-00C6-AE4148AFB30D}"/>
                </a:ext>
              </a:extLst>
            </p:cNvPr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>
              <a:extLst>
                <a:ext uri="{FF2B5EF4-FFF2-40B4-BE49-F238E27FC236}">
                  <a16:creationId xmlns:a16="http://schemas.microsoft.com/office/drawing/2014/main" id="{2D093A22-FBFE-9552-639E-2479CCE60D72}"/>
                </a:ext>
              </a:extLst>
            </p:cNvPr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C65EFCAF-87EE-6AFA-D68A-6069E5B7E4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6672" y="376380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Distribusi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Normal</a:t>
            </a:r>
          </a:p>
        </p:txBody>
      </p:sp>
      <p:grpSp>
        <p:nvGrpSpPr>
          <p:cNvPr id="1001" name="Google Shape;1001;p44">
            <a:extLst>
              <a:ext uri="{FF2B5EF4-FFF2-40B4-BE49-F238E27FC236}">
                <a16:creationId xmlns:a16="http://schemas.microsoft.com/office/drawing/2014/main" id="{D37C198E-F103-5E59-D3BF-0F21DEB742AB}"/>
              </a:ext>
            </a:extLst>
          </p:cNvPr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>
              <a:extLst>
                <a:ext uri="{FF2B5EF4-FFF2-40B4-BE49-F238E27FC236}">
                  <a16:creationId xmlns:a16="http://schemas.microsoft.com/office/drawing/2014/main" id="{0579A142-A9B7-5B38-6FE2-2D4AB11807E0}"/>
                </a:ext>
              </a:extLst>
            </p:cNvPr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>
              <a:extLst>
                <a:ext uri="{FF2B5EF4-FFF2-40B4-BE49-F238E27FC236}">
                  <a16:creationId xmlns:a16="http://schemas.microsoft.com/office/drawing/2014/main" id="{9E408EC1-2B66-5AB3-AC3B-FBDA37DE27C1}"/>
                </a:ext>
              </a:extLst>
            </p:cNvPr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>
              <a:extLst>
                <a:ext uri="{FF2B5EF4-FFF2-40B4-BE49-F238E27FC236}">
                  <a16:creationId xmlns:a16="http://schemas.microsoft.com/office/drawing/2014/main" id="{750570D5-10EB-0439-219A-242A11901504}"/>
                </a:ext>
              </a:extLst>
            </p:cNvPr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6B132635-AC70-8F2B-D825-BE62660421D8}"/>
                </a:ext>
              </a:extLst>
            </p:cNvPr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>
              <a:extLst>
                <a:ext uri="{FF2B5EF4-FFF2-40B4-BE49-F238E27FC236}">
                  <a16:creationId xmlns:a16="http://schemas.microsoft.com/office/drawing/2014/main" id="{C1F58845-B699-1F73-F511-481AD093B7E1}"/>
                </a:ext>
              </a:extLst>
            </p:cNvPr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AB8732F-6761-D5BE-C0B2-957076EF81B3}"/>
              </a:ext>
            </a:extLst>
          </p:cNvPr>
          <p:cNvSpPr txBox="1"/>
          <p:nvPr/>
        </p:nvSpPr>
        <p:spPr>
          <a:xfrm>
            <a:off x="2221398" y="768820"/>
            <a:ext cx="4427212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Transformasi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Variabel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en-ID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EE025C-6D9F-F816-8DAB-CC21FC9FF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10" y="2408892"/>
            <a:ext cx="1400044" cy="753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04EECA-28C2-7A3E-96AC-4DEB3CE14F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945" y="1267483"/>
            <a:ext cx="5434538" cy="3562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5304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Quotes of the day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992748" y="1641663"/>
            <a:ext cx="7321674" cy="2690307"/>
          </a:xfrm>
          <a:prstGeom prst="rect">
            <a:avLst/>
          </a:prstGeom>
          <a:ln w="571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Segelas</a:t>
            </a:r>
            <a:r>
              <a:rPr lang="en-US" sz="2000" i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air </a:t>
            </a:r>
            <a:r>
              <a:rPr lang="en-US" sz="2000" i="1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mengobati</a:t>
            </a:r>
            <a:r>
              <a:rPr lang="en-US" sz="2000" i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i="1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dahaga</a:t>
            </a:r>
            <a:r>
              <a:rPr lang="en-US" sz="2000" i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, </a:t>
            </a:r>
            <a:r>
              <a:rPr lang="en-US" sz="2000" i="1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namun</a:t>
            </a:r>
            <a:r>
              <a:rPr lang="en-US" sz="2000" i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i="1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akan</a:t>
            </a:r>
            <a:r>
              <a:rPr lang="en-US" sz="2000" i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i="1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menenggelamkanmu</a:t>
            </a:r>
            <a:r>
              <a:rPr lang="en-US" sz="2000" i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i="1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jika</a:t>
            </a:r>
            <a:r>
              <a:rPr lang="en-US" sz="2000" i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se-</a:t>
            </a:r>
            <a:r>
              <a:rPr lang="en-US" sz="2000" i="1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telaga</a:t>
            </a:r>
            <a:endParaRPr lang="en-ID" sz="2000" i="1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</p:spTree>
    <p:extLst>
      <p:ext uri="{BB962C8B-B14F-4D97-AF65-F5344CB8AC3E}">
        <p14:creationId xmlns:p14="http://schemas.microsoft.com/office/powerpoint/2010/main" val="10370864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9" name="Google Shape;3089;p72"/>
          <p:cNvGrpSpPr/>
          <p:nvPr/>
        </p:nvGrpSpPr>
        <p:grpSpPr>
          <a:xfrm>
            <a:off x="2775053" y="353422"/>
            <a:ext cx="3091497" cy="1288169"/>
            <a:chOff x="2775053" y="353422"/>
            <a:chExt cx="3091497" cy="1288169"/>
          </a:xfrm>
        </p:grpSpPr>
        <p:grpSp>
          <p:nvGrpSpPr>
            <p:cNvPr id="3090" name="Google Shape;3090;p72"/>
            <p:cNvGrpSpPr/>
            <p:nvPr/>
          </p:nvGrpSpPr>
          <p:grpSpPr>
            <a:xfrm>
              <a:off x="2775053" y="367082"/>
              <a:ext cx="3064372" cy="1274509"/>
              <a:chOff x="-2675977" y="-818601"/>
              <a:chExt cx="3305331" cy="1629390"/>
            </a:xfrm>
          </p:grpSpPr>
          <p:sp>
            <p:nvSpPr>
              <p:cNvPr id="3091" name="Google Shape;3091;p72"/>
              <p:cNvSpPr/>
              <p:nvPr/>
            </p:nvSpPr>
            <p:spPr>
              <a:xfrm rot="5400000">
                <a:off x="-1797437" y="-1627405"/>
                <a:ext cx="1570890" cy="3246997"/>
              </a:xfrm>
              <a:custGeom>
                <a:avLst/>
                <a:gdLst/>
                <a:ahLst/>
                <a:cxnLst/>
                <a:rect l="l" t="t" r="r" b="b"/>
                <a:pathLst>
                  <a:path w="9506" h="19649" extrusionOk="0">
                    <a:moveTo>
                      <a:pt x="0" y="0"/>
                    </a:moveTo>
                    <a:lnTo>
                      <a:pt x="0" y="19649"/>
                    </a:lnTo>
                    <a:lnTo>
                      <a:pt x="9506" y="19649"/>
                    </a:lnTo>
                    <a:lnTo>
                      <a:pt x="95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Google Shape;3092;p72"/>
              <p:cNvSpPr/>
              <p:nvPr/>
            </p:nvSpPr>
            <p:spPr>
              <a:xfrm rot="5400000">
                <a:off x="-487902" y="664708"/>
                <a:ext cx="47262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0"/>
                    </a:moveTo>
                    <a:cubicBezTo>
                      <a:pt x="63" y="0"/>
                      <a:pt x="0" y="63"/>
                      <a:pt x="0" y="143"/>
                    </a:cubicBezTo>
                    <a:cubicBezTo>
                      <a:pt x="0" y="223"/>
                      <a:pt x="63" y="285"/>
                      <a:pt x="143" y="285"/>
                    </a:cubicBezTo>
                    <a:cubicBezTo>
                      <a:pt x="217" y="285"/>
                      <a:pt x="285" y="223"/>
                      <a:pt x="285" y="143"/>
                    </a:cubicBezTo>
                    <a:cubicBezTo>
                      <a:pt x="285" y="63"/>
                      <a:pt x="217" y="0"/>
                      <a:pt x="1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Google Shape;3093;p72"/>
              <p:cNvSpPr/>
              <p:nvPr/>
            </p:nvSpPr>
            <p:spPr>
              <a:xfrm rot="5400000">
                <a:off x="425516" y="-371013"/>
                <a:ext cx="241103" cy="130878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792" extrusionOk="0">
                    <a:moveTo>
                      <a:pt x="6" y="0"/>
                    </a:moveTo>
                    <a:cubicBezTo>
                      <a:pt x="6" y="17"/>
                      <a:pt x="1" y="40"/>
                      <a:pt x="1" y="63"/>
                    </a:cubicBezTo>
                    <a:cubicBezTo>
                      <a:pt x="1" y="467"/>
                      <a:pt x="325" y="792"/>
                      <a:pt x="730" y="792"/>
                    </a:cubicBezTo>
                    <a:cubicBezTo>
                      <a:pt x="1134" y="792"/>
                      <a:pt x="1459" y="467"/>
                      <a:pt x="1459" y="63"/>
                    </a:cubicBezTo>
                    <a:lnTo>
                      <a:pt x="145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Google Shape;3094;p72"/>
              <p:cNvSpPr/>
              <p:nvPr/>
            </p:nvSpPr>
            <p:spPr>
              <a:xfrm rot="5400000">
                <a:off x="-1060080" y="644960"/>
                <a:ext cx="47262" cy="47096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5" extrusionOk="0">
                    <a:moveTo>
                      <a:pt x="143" y="0"/>
                    </a:moveTo>
                    <a:cubicBezTo>
                      <a:pt x="63" y="0"/>
                      <a:pt x="1" y="68"/>
                      <a:pt x="1" y="143"/>
                    </a:cubicBezTo>
                    <a:cubicBezTo>
                      <a:pt x="1" y="222"/>
                      <a:pt x="63" y="285"/>
                      <a:pt x="143" y="285"/>
                    </a:cubicBezTo>
                    <a:cubicBezTo>
                      <a:pt x="217" y="285"/>
                      <a:pt x="286" y="222"/>
                      <a:pt x="286" y="143"/>
                    </a:cubicBezTo>
                    <a:cubicBezTo>
                      <a:pt x="286" y="68"/>
                      <a:pt x="217" y="0"/>
                      <a:pt x="1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Google Shape;3095;p72"/>
              <p:cNvSpPr/>
              <p:nvPr/>
            </p:nvSpPr>
            <p:spPr>
              <a:xfrm rot="5400000">
                <a:off x="-2533864" y="-146516"/>
                <a:ext cx="241103" cy="241100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459" extrusionOk="0">
                    <a:moveTo>
                      <a:pt x="729" y="1"/>
                    </a:moveTo>
                    <a:cubicBezTo>
                      <a:pt x="325" y="1"/>
                      <a:pt x="0" y="325"/>
                      <a:pt x="0" y="730"/>
                    </a:cubicBezTo>
                    <a:cubicBezTo>
                      <a:pt x="0" y="1134"/>
                      <a:pt x="325" y="1459"/>
                      <a:pt x="729" y="1459"/>
                    </a:cubicBezTo>
                    <a:cubicBezTo>
                      <a:pt x="1134" y="1459"/>
                      <a:pt x="1458" y="1134"/>
                      <a:pt x="1458" y="730"/>
                    </a:cubicBezTo>
                    <a:cubicBezTo>
                      <a:pt x="1458" y="325"/>
                      <a:pt x="1134" y="1"/>
                      <a:pt x="7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Google Shape;3096;p72"/>
              <p:cNvSpPr/>
              <p:nvPr/>
            </p:nvSpPr>
            <p:spPr>
              <a:xfrm rot="5400000">
                <a:off x="-2570548" y="283470"/>
                <a:ext cx="47262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1"/>
                    </a:moveTo>
                    <a:cubicBezTo>
                      <a:pt x="64" y="1"/>
                      <a:pt x="1" y="64"/>
                      <a:pt x="1" y="143"/>
                    </a:cubicBezTo>
                    <a:cubicBezTo>
                      <a:pt x="1" y="217"/>
                      <a:pt x="64" y="286"/>
                      <a:pt x="143" y="286"/>
                    </a:cubicBezTo>
                    <a:cubicBezTo>
                      <a:pt x="223" y="286"/>
                      <a:pt x="286" y="217"/>
                      <a:pt x="286" y="143"/>
                    </a:cubicBezTo>
                    <a:cubicBezTo>
                      <a:pt x="286" y="64"/>
                      <a:pt x="223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Google Shape;3097;p72"/>
              <p:cNvSpPr/>
              <p:nvPr/>
            </p:nvSpPr>
            <p:spPr>
              <a:xfrm rot="5400000">
                <a:off x="-2244923" y="641159"/>
                <a:ext cx="47097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86" extrusionOk="0">
                    <a:moveTo>
                      <a:pt x="142" y="0"/>
                    </a:moveTo>
                    <a:cubicBezTo>
                      <a:pt x="63" y="0"/>
                      <a:pt x="0" y="63"/>
                      <a:pt x="0" y="143"/>
                    </a:cubicBezTo>
                    <a:cubicBezTo>
                      <a:pt x="0" y="222"/>
                      <a:pt x="63" y="285"/>
                      <a:pt x="142" y="285"/>
                    </a:cubicBezTo>
                    <a:cubicBezTo>
                      <a:pt x="216" y="285"/>
                      <a:pt x="285" y="222"/>
                      <a:pt x="285" y="143"/>
                    </a:cubicBezTo>
                    <a:cubicBezTo>
                      <a:pt x="285" y="63"/>
                      <a:pt x="216" y="0"/>
                      <a:pt x="14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Google Shape;3098;p72"/>
              <p:cNvSpPr/>
              <p:nvPr/>
            </p:nvSpPr>
            <p:spPr>
              <a:xfrm rot="5400000">
                <a:off x="-1582353" y="644878"/>
                <a:ext cx="47262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1"/>
                    </a:moveTo>
                    <a:cubicBezTo>
                      <a:pt x="63" y="1"/>
                      <a:pt x="1" y="64"/>
                      <a:pt x="1" y="143"/>
                    </a:cubicBezTo>
                    <a:cubicBezTo>
                      <a:pt x="1" y="217"/>
                      <a:pt x="63" y="286"/>
                      <a:pt x="143" y="286"/>
                    </a:cubicBezTo>
                    <a:cubicBezTo>
                      <a:pt x="217" y="286"/>
                      <a:pt x="286" y="217"/>
                      <a:pt x="286" y="143"/>
                    </a:cubicBezTo>
                    <a:cubicBezTo>
                      <a:pt x="286" y="64"/>
                      <a:pt x="217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Google Shape;3099;p72"/>
              <p:cNvSpPr/>
              <p:nvPr/>
            </p:nvSpPr>
            <p:spPr>
              <a:xfrm rot="5400000">
                <a:off x="457080" y="393611"/>
                <a:ext cx="47097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86" extrusionOk="0">
                    <a:moveTo>
                      <a:pt x="143" y="1"/>
                    </a:moveTo>
                    <a:cubicBezTo>
                      <a:pt x="63" y="1"/>
                      <a:pt x="0" y="63"/>
                      <a:pt x="0" y="143"/>
                    </a:cubicBezTo>
                    <a:cubicBezTo>
                      <a:pt x="0" y="223"/>
                      <a:pt x="63" y="285"/>
                      <a:pt x="143" y="285"/>
                    </a:cubicBezTo>
                    <a:cubicBezTo>
                      <a:pt x="222" y="285"/>
                      <a:pt x="285" y="223"/>
                      <a:pt x="285" y="143"/>
                    </a:cubicBezTo>
                    <a:cubicBezTo>
                      <a:pt x="285" y="63"/>
                      <a:pt x="222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Google Shape;3100;p72"/>
              <p:cNvSpPr/>
              <p:nvPr/>
            </p:nvSpPr>
            <p:spPr>
              <a:xfrm rot="5400000">
                <a:off x="-2051995" y="429390"/>
                <a:ext cx="242095" cy="242091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465" extrusionOk="0">
                    <a:moveTo>
                      <a:pt x="735" y="1"/>
                    </a:moveTo>
                    <a:cubicBezTo>
                      <a:pt x="331" y="1"/>
                      <a:pt x="1" y="331"/>
                      <a:pt x="1" y="730"/>
                    </a:cubicBezTo>
                    <a:cubicBezTo>
                      <a:pt x="1" y="1134"/>
                      <a:pt x="331" y="1465"/>
                      <a:pt x="735" y="1465"/>
                    </a:cubicBezTo>
                    <a:cubicBezTo>
                      <a:pt x="1134" y="1465"/>
                      <a:pt x="1464" y="1134"/>
                      <a:pt x="1464" y="730"/>
                    </a:cubicBezTo>
                    <a:cubicBezTo>
                      <a:pt x="1464" y="331"/>
                      <a:pt x="1134" y="1"/>
                      <a:pt x="73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Google Shape;3101;p72"/>
              <p:cNvSpPr/>
              <p:nvPr/>
            </p:nvSpPr>
            <p:spPr>
              <a:xfrm rot="5400000">
                <a:off x="406760" y="576795"/>
                <a:ext cx="204417" cy="205075"/>
              </a:xfrm>
              <a:custGeom>
                <a:avLst/>
                <a:gdLst/>
                <a:ahLst/>
                <a:cxnLst/>
                <a:rect l="l" t="t" r="r" b="b"/>
                <a:pathLst>
                  <a:path w="1237" h="1241" extrusionOk="0">
                    <a:moveTo>
                      <a:pt x="206" y="0"/>
                    </a:moveTo>
                    <a:cubicBezTo>
                      <a:pt x="75" y="137"/>
                      <a:pt x="1" y="319"/>
                      <a:pt x="1" y="513"/>
                    </a:cubicBezTo>
                    <a:cubicBezTo>
                      <a:pt x="1" y="950"/>
                      <a:pt x="358" y="1240"/>
                      <a:pt x="732" y="1240"/>
                    </a:cubicBezTo>
                    <a:cubicBezTo>
                      <a:pt x="909" y="1240"/>
                      <a:pt x="1089" y="1175"/>
                      <a:pt x="1237" y="1031"/>
                    </a:cubicBezTo>
                    <a:lnTo>
                      <a:pt x="12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Google Shape;3102;p72"/>
              <p:cNvSpPr/>
              <p:nvPr/>
            </p:nvSpPr>
            <p:spPr>
              <a:xfrm rot="5400000">
                <a:off x="-877976" y="444014"/>
                <a:ext cx="241103" cy="241926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464" extrusionOk="0">
                    <a:moveTo>
                      <a:pt x="730" y="0"/>
                    </a:moveTo>
                    <a:cubicBezTo>
                      <a:pt x="325" y="0"/>
                      <a:pt x="1" y="330"/>
                      <a:pt x="1" y="735"/>
                    </a:cubicBezTo>
                    <a:cubicBezTo>
                      <a:pt x="1" y="1133"/>
                      <a:pt x="325" y="1464"/>
                      <a:pt x="730" y="1464"/>
                    </a:cubicBezTo>
                    <a:cubicBezTo>
                      <a:pt x="1134" y="1464"/>
                      <a:pt x="1459" y="1133"/>
                      <a:pt x="1459" y="735"/>
                    </a:cubicBezTo>
                    <a:cubicBezTo>
                      <a:pt x="1459" y="330"/>
                      <a:pt x="1134" y="0"/>
                      <a:pt x="73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Google Shape;3103;p72"/>
              <p:cNvSpPr/>
              <p:nvPr/>
            </p:nvSpPr>
            <p:spPr>
              <a:xfrm rot="5400000">
                <a:off x="-233749" y="459466"/>
                <a:ext cx="241103" cy="241100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459" extrusionOk="0">
                    <a:moveTo>
                      <a:pt x="730" y="1"/>
                    </a:moveTo>
                    <a:cubicBezTo>
                      <a:pt x="326" y="1"/>
                      <a:pt x="1" y="325"/>
                      <a:pt x="1" y="730"/>
                    </a:cubicBezTo>
                    <a:cubicBezTo>
                      <a:pt x="1" y="1134"/>
                      <a:pt x="326" y="1459"/>
                      <a:pt x="730" y="1459"/>
                    </a:cubicBezTo>
                    <a:cubicBezTo>
                      <a:pt x="1134" y="1459"/>
                      <a:pt x="1459" y="1134"/>
                      <a:pt x="1459" y="730"/>
                    </a:cubicBezTo>
                    <a:cubicBezTo>
                      <a:pt x="1459" y="325"/>
                      <a:pt x="1134" y="1"/>
                      <a:pt x="73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Google Shape;3104;p72"/>
              <p:cNvSpPr/>
              <p:nvPr/>
            </p:nvSpPr>
            <p:spPr>
              <a:xfrm rot="5400000">
                <a:off x="170950" y="648678"/>
                <a:ext cx="47262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1"/>
                    </a:moveTo>
                    <a:cubicBezTo>
                      <a:pt x="63" y="1"/>
                      <a:pt x="1" y="64"/>
                      <a:pt x="1" y="143"/>
                    </a:cubicBezTo>
                    <a:cubicBezTo>
                      <a:pt x="1" y="223"/>
                      <a:pt x="63" y="286"/>
                      <a:pt x="143" y="286"/>
                    </a:cubicBezTo>
                    <a:cubicBezTo>
                      <a:pt x="223" y="286"/>
                      <a:pt x="285" y="223"/>
                      <a:pt x="285" y="143"/>
                    </a:cubicBezTo>
                    <a:cubicBezTo>
                      <a:pt x="285" y="64"/>
                      <a:pt x="223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Google Shape;3105;p72"/>
              <p:cNvSpPr/>
              <p:nvPr/>
            </p:nvSpPr>
            <p:spPr>
              <a:xfrm rot="5400000">
                <a:off x="256548" y="3037"/>
                <a:ext cx="242095" cy="242091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465" extrusionOk="0">
                    <a:moveTo>
                      <a:pt x="730" y="1"/>
                    </a:moveTo>
                    <a:cubicBezTo>
                      <a:pt x="331" y="1"/>
                      <a:pt x="1" y="331"/>
                      <a:pt x="1" y="730"/>
                    </a:cubicBezTo>
                    <a:cubicBezTo>
                      <a:pt x="1" y="1134"/>
                      <a:pt x="331" y="1464"/>
                      <a:pt x="730" y="1464"/>
                    </a:cubicBezTo>
                    <a:cubicBezTo>
                      <a:pt x="1134" y="1464"/>
                      <a:pt x="1464" y="1134"/>
                      <a:pt x="1464" y="730"/>
                    </a:cubicBezTo>
                    <a:cubicBezTo>
                      <a:pt x="1464" y="331"/>
                      <a:pt x="1134" y="1"/>
                      <a:pt x="73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Google Shape;3106;p72"/>
              <p:cNvSpPr/>
              <p:nvPr/>
            </p:nvSpPr>
            <p:spPr>
              <a:xfrm rot="5400000">
                <a:off x="-1273254" y="-826449"/>
                <a:ext cx="166740" cy="240935"/>
              </a:xfrm>
              <a:custGeom>
                <a:avLst/>
                <a:gdLst/>
                <a:ahLst/>
                <a:cxnLst/>
                <a:rect l="l" t="t" r="r" b="b"/>
                <a:pathLst>
                  <a:path w="1009" h="1458" extrusionOk="0">
                    <a:moveTo>
                      <a:pt x="280" y="0"/>
                    </a:moveTo>
                    <a:cubicBezTo>
                      <a:pt x="187" y="0"/>
                      <a:pt x="93" y="18"/>
                      <a:pt x="0" y="57"/>
                    </a:cubicBezTo>
                    <a:lnTo>
                      <a:pt x="0" y="1401"/>
                    </a:lnTo>
                    <a:cubicBezTo>
                      <a:pt x="93" y="1439"/>
                      <a:pt x="187" y="1457"/>
                      <a:pt x="280" y="1457"/>
                    </a:cubicBezTo>
                    <a:cubicBezTo>
                      <a:pt x="664" y="1457"/>
                      <a:pt x="1008" y="1147"/>
                      <a:pt x="1008" y="729"/>
                    </a:cubicBezTo>
                    <a:cubicBezTo>
                      <a:pt x="1008" y="311"/>
                      <a:pt x="664" y="0"/>
                      <a:pt x="28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Google Shape;3107;p72"/>
              <p:cNvSpPr/>
              <p:nvPr/>
            </p:nvSpPr>
            <p:spPr>
              <a:xfrm rot="5400000">
                <a:off x="476910" y="-504207"/>
                <a:ext cx="47097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86" extrusionOk="0">
                    <a:moveTo>
                      <a:pt x="142" y="1"/>
                    </a:moveTo>
                    <a:cubicBezTo>
                      <a:pt x="63" y="1"/>
                      <a:pt x="0" y="64"/>
                      <a:pt x="0" y="143"/>
                    </a:cubicBezTo>
                    <a:cubicBezTo>
                      <a:pt x="0" y="223"/>
                      <a:pt x="63" y="286"/>
                      <a:pt x="142" y="286"/>
                    </a:cubicBezTo>
                    <a:cubicBezTo>
                      <a:pt x="222" y="286"/>
                      <a:pt x="285" y="223"/>
                      <a:pt x="285" y="143"/>
                    </a:cubicBezTo>
                    <a:cubicBezTo>
                      <a:pt x="285" y="64"/>
                      <a:pt x="222" y="1"/>
                      <a:pt x="1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Google Shape;3108;p72"/>
              <p:cNvSpPr/>
              <p:nvPr/>
            </p:nvSpPr>
            <p:spPr>
              <a:xfrm rot="5400000">
                <a:off x="-138646" y="-708460"/>
                <a:ext cx="47097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86" extrusionOk="0">
                    <a:moveTo>
                      <a:pt x="143" y="1"/>
                    </a:moveTo>
                    <a:cubicBezTo>
                      <a:pt x="63" y="1"/>
                      <a:pt x="0" y="69"/>
                      <a:pt x="0" y="143"/>
                    </a:cubicBezTo>
                    <a:cubicBezTo>
                      <a:pt x="0" y="223"/>
                      <a:pt x="63" y="285"/>
                      <a:pt x="143" y="285"/>
                    </a:cubicBezTo>
                    <a:cubicBezTo>
                      <a:pt x="222" y="285"/>
                      <a:pt x="285" y="223"/>
                      <a:pt x="285" y="143"/>
                    </a:cubicBezTo>
                    <a:cubicBezTo>
                      <a:pt x="285" y="69"/>
                      <a:pt x="222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Google Shape;3109;p72"/>
              <p:cNvSpPr/>
              <p:nvPr/>
            </p:nvSpPr>
            <p:spPr>
              <a:xfrm rot="5400000">
                <a:off x="-2630039" y="-794803"/>
                <a:ext cx="161121" cy="172025"/>
              </a:xfrm>
              <a:custGeom>
                <a:avLst/>
                <a:gdLst/>
                <a:ahLst/>
                <a:cxnLst/>
                <a:rect l="l" t="t" r="r" b="b"/>
                <a:pathLst>
                  <a:path w="975" h="1041" extrusionOk="0">
                    <a:moveTo>
                      <a:pt x="247" y="0"/>
                    </a:moveTo>
                    <a:cubicBezTo>
                      <a:pt x="166" y="0"/>
                      <a:pt x="83" y="14"/>
                      <a:pt x="0" y="44"/>
                    </a:cubicBezTo>
                    <a:lnTo>
                      <a:pt x="0" y="1041"/>
                    </a:lnTo>
                    <a:lnTo>
                      <a:pt x="900" y="1041"/>
                    </a:lnTo>
                    <a:cubicBezTo>
                      <a:pt x="946" y="944"/>
                      <a:pt x="974" y="836"/>
                      <a:pt x="974" y="727"/>
                    </a:cubicBezTo>
                    <a:cubicBezTo>
                      <a:pt x="974" y="313"/>
                      <a:pt x="632" y="0"/>
                      <a:pt x="24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Google Shape;3110;p72"/>
              <p:cNvSpPr/>
              <p:nvPr/>
            </p:nvSpPr>
            <p:spPr>
              <a:xfrm rot="5400000">
                <a:off x="-1327786" y="613399"/>
                <a:ext cx="98986" cy="237299"/>
              </a:xfrm>
              <a:custGeom>
                <a:avLst/>
                <a:gdLst/>
                <a:ahLst/>
                <a:cxnLst/>
                <a:rect l="l" t="t" r="r" b="b"/>
                <a:pathLst>
                  <a:path w="599" h="1436" extrusionOk="0">
                    <a:moveTo>
                      <a:pt x="599" y="1"/>
                    </a:moveTo>
                    <a:cubicBezTo>
                      <a:pt x="251" y="63"/>
                      <a:pt x="1" y="365"/>
                      <a:pt x="1" y="718"/>
                    </a:cubicBezTo>
                    <a:cubicBezTo>
                      <a:pt x="1" y="1066"/>
                      <a:pt x="251" y="1367"/>
                      <a:pt x="599" y="1436"/>
                    </a:cubicBezTo>
                    <a:lnTo>
                      <a:pt x="59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Google Shape;3111;p72"/>
              <p:cNvSpPr/>
              <p:nvPr/>
            </p:nvSpPr>
            <p:spPr>
              <a:xfrm rot="5400000">
                <a:off x="-2578067" y="-375310"/>
                <a:ext cx="47097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86" extrusionOk="0">
                    <a:moveTo>
                      <a:pt x="143" y="0"/>
                    </a:moveTo>
                    <a:cubicBezTo>
                      <a:pt x="63" y="0"/>
                      <a:pt x="0" y="63"/>
                      <a:pt x="0" y="143"/>
                    </a:cubicBezTo>
                    <a:cubicBezTo>
                      <a:pt x="0" y="223"/>
                      <a:pt x="63" y="285"/>
                      <a:pt x="143" y="285"/>
                    </a:cubicBezTo>
                    <a:cubicBezTo>
                      <a:pt x="222" y="285"/>
                      <a:pt x="285" y="223"/>
                      <a:pt x="285" y="143"/>
                    </a:cubicBezTo>
                    <a:cubicBezTo>
                      <a:pt x="285" y="63"/>
                      <a:pt x="222" y="0"/>
                      <a:pt x="1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Google Shape;3112;p72"/>
              <p:cNvSpPr/>
              <p:nvPr/>
            </p:nvSpPr>
            <p:spPr>
              <a:xfrm rot="5400000">
                <a:off x="480546" y="-719697"/>
                <a:ext cx="47262" cy="47096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5" extrusionOk="0">
                    <a:moveTo>
                      <a:pt x="143" y="0"/>
                    </a:moveTo>
                    <a:cubicBezTo>
                      <a:pt x="63" y="0"/>
                      <a:pt x="1" y="63"/>
                      <a:pt x="1" y="143"/>
                    </a:cubicBezTo>
                    <a:cubicBezTo>
                      <a:pt x="1" y="222"/>
                      <a:pt x="63" y="285"/>
                      <a:pt x="143" y="285"/>
                    </a:cubicBezTo>
                    <a:cubicBezTo>
                      <a:pt x="217" y="285"/>
                      <a:pt x="286" y="222"/>
                      <a:pt x="286" y="143"/>
                    </a:cubicBezTo>
                    <a:cubicBezTo>
                      <a:pt x="286" y="63"/>
                      <a:pt x="217" y="0"/>
                      <a:pt x="1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Google Shape;3113;p72"/>
              <p:cNvSpPr/>
              <p:nvPr/>
            </p:nvSpPr>
            <p:spPr>
              <a:xfrm rot="5400000">
                <a:off x="-2676888" y="575390"/>
                <a:ext cx="248540" cy="163763"/>
              </a:xfrm>
              <a:custGeom>
                <a:avLst/>
                <a:gdLst/>
                <a:ahLst/>
                <a:cxnLst/>
                <a:rect l="l" t="t" r="r" b="b"/>
                <a:pathLst>
                  <a:path w="1504" h="991" extrusionOk="0">
                    <a:moveTo>
                      <a:pt x="829" y="1"/>
                    </a:moveTo>
                    <a:cubicBezTo>
                      <a:pt x="741" y="1"/>
                      <a:pt x="651" y="17"/>
                      <a:pt x="564" y="51"/>
                    </a:cubicBezTo>
                    <a:cubicBezTo>
                      <a:pt x="188" y="194"/>
                      <a:pt x="0" y="615"/>
                      <a:pt x="142" y="991"/>
                    </a:cubicBezTo>
                    <a:lnTo>
                      <a:pt x="1492" y="991"/>
                    </a:lnTo>
                    <a:cubicBezTo>
                      <a:pt x="1498" y="985"/>
                      <a:pt x="1504" y="980"/>
                      <a:pt x="1504" y="968"/>
                    </a:cubicBezTo>
                    <a:lnTo>
                      <a:pt x="1504" y="473"/>
                    </a:lnTo>
                    <a:cubicBezTo>
                      <a:pt x="1394" y="179"/>
                      <a:pt x="1120" y="1"/>
                      <a:pt x="8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Google Shape;3114;p72"/>
              <p:cNvSpPr/>
              <p:nvPr/>
            </p:nvSpPr>
            <p:spPr>
              <a:xfrm rot="5400000">
                <a:off x="-1589955" y="-704742"/>
                <a:ext cx="47262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1"/>
                    </a:moveTo>
                    <a:cubicBezTo>
                      <a:pt x="64" y="1"/>
                      <a:pt x="1" y="63"/>
                      <a:pt x="1" y="143"/>
                    </a:cubicBezTo>
                    <a:cubicBezTo>
                      <a:pt x="1" y="223"/>
                      <a:pt x="64" y="285"/>
                      <a:pt x="143" y="285"/>
                    </a:cubicBezTo>
                    <a:cubicBezTo>
                      <a:pt x="223" y="285"/>
                      <a:pt x="286" y="223"/>
                      <a:pt x="286" y="143"/>
                    </a:cubicBezTo>
                    <a:cubicBezTo>
                      <a:pt x="286" y="63"/>
                      <a:pt x="223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Google Shape;3115;p72"/>
              <p:cNvSpPr/>
              <p:nvPr/>
            </p:nvSpPr>
            <p:spPr>
              <a:xfrm rot="5400000">
                <a:off x="-2232777" y="-704742"/>
                <a:ext cx="47262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0"/>
                    </a:moveTo>
                    <a:cubicBezTo>
                      <a:pt x="64" y="0"/>
                      <a:pt x="1" y="69"/>
                      <a:pt x="1" y="143"/>
                    </a:cubicBezTo>
                    <a:cubicBezTo>
                      <a:pt x="1" y="222"/>
                      <a:pt x="64" y="285"/>
                      <a:pt x="143" y="285"/>
                    </a:cubicBezTo>
                    <a:cubicBezTo>
                      <a:pt x="223" y="285"/>
                      <a:pt x="286" y="222"/>
                      <a:pt x="286" y="143"/>
                    </a:cubicBezTo>
                    <a:cubicBezTo>
                      <a:pt x="286" y="69"/>
                      <a:pt x="223" y="0"/>
                      <a:pt x="1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Google Shape;3116;p72"/>
              <p:cNvSpPr/>
              <p:nvPr/>
            </p:nvSpPr>
            <p:spPr>
              <a:xfrm rot="5400000">
                <a:off x="-2040262" y="-699452"/>
                <a:ext cx="242095" cy="24110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459" extrusionOk="0">
                    <a:moveTo>
                      <a:pt x="735" y="1"/>
                    </a:moveTo>
                    <a:cubicBezTo>
                      <a:pt x="331" y="1"/>
                      <a:pt x="0" y="325"/>
                      <a:pt x="0" y="730"/>
                    </a:cubicBezTo>
                    <a:cubicBezTo>
                      <a:pt x="0" y="1134"/>
                      <a:pt x="331" y="1459"/>
                      <a:pt x="735" y="1459"/>
                    </a:cubicBezTo>
                    <a:cubicBezTo>
                      <a:pt x="1134" y="1459"/>
                      <a:pt x="1464" y="1134"/>
                      <a:pt x="1464" y="730"/>
                    </a:cubicBezTo>
                    <a:cubicBezTo>
                      <a:pt x="1464" y="325"/>
                      <a:pt x="1134" y="1"/>
                      <a:pt x="73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Google Shape;3117;p72"/>
              <p:cNvSpPr/>
              <p:nvPr/>
            </p:nvSpPr>
            <p:spPr>
              <a:xfrm rot="5400000">
                <a:off x="209947" y="-732503"/>
                <a:ext cx="241103" cy="242091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465" extrusionOk="0">
                    <a:moveTo>
                      <a:pt x="730" y="0"/>
                    </a:moveTo>
                    <a:cubicBezTo>
                      <a:pt x="325" y="0"/>
                      <a:pt x="1" y="331"/>
                      <a:pt x="1" y="729"/>
                    </a:cubicBezTo>
                    <a:cubicBezTo>
                      <a:pt x="1" y="1134"/>
                      <a:pt x="325" y="1464"/>
                      <a:pt x="730" y="1464"/>
                    </a:cubicBezTo>
                    <a:cubicBezTo>
                      <a:pt x="1134" y="1464"/>
                      <a:pt x="1459" y="1134"/>
                      <a:pt x="1459" y="729"/>
                    </a:cubicBezTo>
                    <a:cubicBezTo>
                      <a:pt x="1459" y="331"/>
                      <a:pt x="1134" y="0"/>
                      <a:pt x="73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Google Shape;3118;p72"/>
              <p:cNvSpPr/>
              <p:nvPr/>
            </p:nvSpPr>
            <p:spPr>
              <a:xfrm rot="5400000">
                <a:off x="-900036" y="-681110"/>
                <a:ext cx="47262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1"/>
                    </a:moveTo>
                    <a:cubicBezTo>
                      <a:pt x="63" y="1"/>
                      <a:pt x="0" y="64"/>
                      <a:pt x="0" y="143"/>
                    </a:cubicBezTo>
                    <a:cubicBezTo>
                      <a:pt x="0" y="217"/>
                      <a:pt x="63" y="286"/>
                      <a:pt x="143" y="286"/>
                    </a:cubicBezTo>
                    <a:cubicBezTo>
                      <a:pt x="222" y="286"/>
                      <a:pt x="285" y="217"/>
                      <a:pt x="285" y="143"/>
                    </a:cubicBezTo>
                    <a:cubicBezTo>
                      <a:pt x="285" y="64"/>
                      <a:pt x="222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Google Shape;3119;p72"/>
              <p:cNvSpPr/>
              <p:nvPr/>
            </p:nvSpPr>
            <p:spPr>
              <a:xfrm rot="5400000">
                <a:off x="-598952" y="-711185"/>
                <a:ext cx="241103" cy="241100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459" extrusionOk="0">
                    <a:moveTo>
                      <a:pt x="729" y="0"/>
                    </a:moveTo>
                    <a:cubicBezTo>
                      <a:pt x="325" y="0"/>
                      <a:pt x="0" y="325"/>
                      <a:pt x="0" y="729"/>
                    </a:cubicBezTo>
                    <a:cubicBezTo>
                      <a:pt x="0" y="1134"/>
                      <a:pt x="325" y="1458"/>
                      <a:pt x="729" y="1458"/>
                    </a:cubicBezTo>
                    <a:cubicBezTo>
                      <a:pt x="1133" y="1458"/>
                      <a:pt x="1458" y="1134"/>
                      <a:pt x="1458" y="729"/>
                    </a:cubicBezTo>
                    <a:cubicBezTo>
                      <a:pt x="1458" y="325"/>
                      <a:pt x="1133" y="0"/>
                      <a:pt x="7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Google Shape;3120;p72"/>
              <p:cNvSpPr/>
              <p:nvPr/>
            </p:nvSpPr>
            <p:spPr>
              <a:xfrm rot="5400000">
                <a:off x="-1838007" y="-1656571"/>
                <a:ext cx="1629390" cy="3305331"/>
              </a:xfrm>
              <a:custGeom>
                <a:avLst/>
                <a:gdLst/>
                <a:ahLst/>
                <a:cxnLst/>
                <a:rect l="l" t="t" r="r" b="b"/>
                <a:pathLst>
                  <a:path w="9860" h="20002" extrusionOk="0">
                    <a:moveTo>
                      <a:pt x="9506" y="353"/>
                    </a:moveTo>
                    <a:lnTo>
                      <a:pt x="9506" y="19648"/>
                    </a:lnTo>
                    <a:lnTo>
                      <a:pt x="354" y="19648"/>
                    </a:lnTo>
                    <a:lnTo>
                      <a:pt x="354" y="353"/>
                    </a:lnTo>
                    <a:close/>
                    <a:moveTo>
                      <a:pt x="177" y="0"/>
                    </a:moveTo>
                    <a:cubicBezTo>
                      <a:pt x="81" y="0"/>
                      <a:pt x="1" y="80"/>
                      <a:pt x="1" y="177"/>
                    </a:cubicBezTo>
                    <a:lnTo>
                      <a:pt x="1" y="19825"/>
                    </a:lnTo>
                    <a:cubicBezTo>
                      <a:pt x="1" y="19922"/>
                      <a:pt x="81" y="20001"/>
                      <a:pt x="177" y="20001"/>
                    </a:cubicBezTo>
                    <a:lnTo>
                      <a:pt x="9683" y="20001"/>
                    </a:lnTo>
                    <a:cubicBezTo>
                      <a:pt x="9779" y="20001"/>
                      <a:pt x="9859" y="19922"/>
                      <a:pt x="9859" y="19825"/>
                    </a:cubicBezTo>
                    <a:lnTo>
                      <a:pt x="9859" y="177"/>
                    </a:lnTo>
                    <a:cubicBezTo>
                      <a:pt x="9859" y="80"/>
                      <a:pt x="9779" y="0"/>
                      <a:pt x="968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Google Shape;3121;p72"/>
              <p:cNvSpPr/>
              <p:nvPr/>
            </p:nvSpPr>
            <p:spPr>
              <a:xfrm rot="5400000">
                <a:off x="-1591450" y="-1400599"/>
                <a:ext cx="1136276" cy="2793386"/>
              </a:xfrm>
              <a:custGeom>
                <a:avLst/>
                <a:gdLst/>
                <a:ahLst/>
                <a:cxnLst/>
                <a:rect l="l" t="t" r="r" b="b"/>
                <a:pathLst>
                  <a:path w="6876" h="16904" extrusionOk="0">
                    <a:moveTo>
                      <a:pt x="360" y="0"/>
                    </a:moveTo>
                    <a:cubicBezTo>
                      <a:pt x="160" y="0"/>
                      <a:pt x="1" y="160"/>
                      <a:pt x="1" y="353"/>
                    </a:cubicBezTo>
                    <a:lnTo>
                      <a:pt x="1" y="16550"/>
                    </a:lnTo>
                    <a:cubicBezTo>
                      <a:pt x="1" y="16750"/>
                      <a:pt x="160" y="16903"/>
                      <a:pt x="360" y="16903"/>
                    </a:cubicBezTo>
                    <a:lnTo>
                      <a:pt x="6516" y="16903"/>
                    </a:lnTo>
                    <a:cubicBezTo>
                      <a:pt x="6716" y="16903"/>
                      <a:pt x="6875" y="16750"/>
                      <a:pt x="6875" y="16550"/>
                    </a:cubicBezTo>
                    <a:lnTo>
                      <a:pt x="6875" y="353"/>
                    </a:lnTo>
                    <a:cubicBezTo>
                      <a:pt x="6875" y="160"/>
                      <a:pt x="6716" y="0"/>
                      <a:pt x="65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Google Shape;3122;p72"/>
              <p:cNvSpPr/>
              <p:nvPr/>
            </p:nvSpPr>
            <p:spPr>
              <a:xfrm rot="5400000">
                <a:off x="-1620452" y="-1430757"/>
                <a:ext cx="1194445" cy="2853702"/>
              </a:xfrm>
              <a:custGeom>
                <a:avLst/>
                <a:gdLst/>
                <a:ahLst/>
                <a:cxnLst/>
                <a:rect l="l" t="t" r="r" b="b"/>
                <a:pathLst>
                  <a:path w="7228" h="17269" extrusionOk="0">
                    <a:moveTo>
                      <a:pt x="6692" y="360"/>
                    </a:moveTo>
                    <a:cubicBezTo>
                      <a:pt x="6789" y="360"/>
                      <a:pt x="6869" y="439"/>
                      <a:pt x="6869" y="536"/>
                    </a:cubicBezTo>
                    <a:lnTo>
                      <a:pt x="6869" y="16733"/>
                    </a:lnTo>
                    <a:cubicBezTo>
                      <a:pt x="6869" y="16830"/>
                      <a:pt x="6789" y="16910"/>
                      <a:pt x="6692" y="16910"/>
                    </a:cubicBezTo>
                    <a:lnTo>
                      <a:pt x="536" y="16910"/>
                    </a:lnTo>
                    <a:cubicBezTo>
                      <a:pt x="433" y="16910"/>
                      <a:pt x="359" y="16830"/>
                      <a:pt x="359" y="16733"/>
                    </a:cubicBezTo>
                    <a:lnTo>
                      <a:pt x="359" y="536"/>
                    </a:lnTo>
                    <a:cubicBezTo>
                      <a:pt x="359" y="439"/>
                      <a:pt x="433" y="360"/>
                      <a:pt x="536" y="360"/>
                    </a:cubicBezTo>
                    <a:close/>
                    <a:moveTo>
                      <a:pt x="536" y="1"/>
                    </a:moveTo>
                    <a:cubicBezTo>
                      <a:pt x="240" y="1"/>
                      <a:pt x="0" y="240"/>
                      <a:pt x="0" y="536"/>
                    </a:cubicBezTo>
                    <a:lnTo>
                      <a:pt x="0" y="16733"/>
                    </a:lnTo>
                    <a:cubicBezTo>
                      <a:pt x="0" y="17029"/>
                      <a:pt x="240" y="17269"/>
                      <a:pt x="536" y="17269"/>
                    </a:cubicBezTo>
                    <a:lnTo>
                      <a:pt x="6692" y="17269"/>
                    </a:lnTo>
                    <a:cubicBezTo>
                      <a:pt x="6988" y="17269"/>
                      <a:pt x="7228" y="17029"/>
                      <a:pt x="7228" y="16733"/>
                    </a:cubicBezTo>
                    <a:lnTo>
                      <a:pt x="7228" y="536"/>
                    </a:lnTo>
                    <a:cubicBezTo>
                      <a:pt x="7228" y="240"/>
                      <a:pt x="6988" y="1"/>
                      <a:pt x="669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23" name="Google Shape;3123;p72"/>
            <p:cNvGrpSpPr/>
            <p:nvPr/>
          </p:nvGrpSpPr>
          <p:grpSpPr>
            <a:xfrm>
              <a:off x="2802178" y="353422"/>
              <a:ext cx="3064372" cy="1274509"/>
              <a:chOff x="-2675977" y="-818601"/>
              <a:chExt cx="3305331" cy="1629390"/>
            </a:xfrm>
          </p:grpSpPr>
          <p:sp>
            <p:nvSpPr>
              <p:cNvPr id="3124" name="Google Shape;3124;p72"/>
              <p:cNvSpPr/>
              <p:nvPr/>
            </p:nvSpPr>
            <p:spPr>
              <a:xfrm rot="5400000">
                <a:off x="-1797437" y="-1627405"/>
                <a:ext cx="1570890" cy="3246997"/>
              </a:xfrm>
              <a:custGeom>
                <a:avLst/>
                <a:gdLst/>
                <a:ahLst/>
                <a:cxnLst/>
                <a:rect l="l" t="t" r="r" b="b"/>
                <a:pathLst>
                  <a:path w="9506" h="19649" extrusionOk="0">
                    <a:moveTo>
                      <a:pt x="0" y="0"/>
                    </a:moveTo>
                    <a:lnTo>
                      <a:pt x="0" y="19649"/>
                    </a:lnTo>
                    <a:lnTo>
                      <a:pt x="9506" y="19649"/>
                    </a:lnTo>
                    <a:lnTo>
                      <a:pt x="950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Google Shape;3125;p72"/>
              <p:cNvSpPr/>
              <p:nvPr/>
            </p:nvSpPr>
            <p:spPr>
              <a:xfrm rot="5400000">
                <a:off x="-487902" y="664708"/>
                <a:ext cx="47262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0"/>
                    </a:moveTo>
                    <a:cubicBezTo>
                      <a:pt x="63" y="0"/>
                      <a:pt x="0" y="63"/>
                      <a:pt x="0" y="143"/>
                    </a:cubicBezTo>
                    <a:cubicBezTo>
                      <a:pt x="0" y="223"/>
                      <a:pt x="63" y="285"/>
                      <a:pt x="143" y="285"/>
                    </a:cubicBezTo>
                    <a:cubicBezTo>
                      <a:pt x="217" y="285"/>
                      <a:pt x="285" y="223"/>
                      <a:pt x="285" y="143"/>
                    </a:cubicBezTo>
                    <a:cubicBezTo>
                      <a:pt x="285" y="63"/>
                      <a:pt x="217" y="0"/>
                      <a:pt x="143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Google Shape;3126;p72"/>
              <p:cNvSpPr/>
              <p:nvPr/>
            </p:nvSpPr>
            <p:spPr>
              <a:xfrm rot="5400000">
                <a:off x="425516" y="-371013"/>
                <a:ext cx="241103" cy="130878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792" extrusionOk="0">
                    <a:moveTo>
                      <a:pt x="6" y="0"/>
                    </a:moveTo>
                    <a:cubicBezTo>
                      <a:pt x="6" y="17"/>
                      <a:pt x="1" y="40"/>
                      <a:pt x="1" y="63"/>
                    </a:cubicBezTo>
                    <a:cubicBezTo>
                      <a:pt x="1" y="467"/>
                      <a:pt x="325" y="792"/>
                      <a:pt x="730" y="792"/>
                    </a:cubicBezTo>
                    <a:cubicBezTo>
                      <a:pt x="1134" y="792"/>
                      <a:pt x="1459" y="467"/>
                      <a:pt x="1459" y="63"/>
                    </a:cubicBezTo>
                    <a:lnTo>
                      <a:pt x="1459" y="0"/>
                    </a:ln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Google Shape;3127;p72"/>
              <p:cNvSpPr/>
              <p:nvPr/>
            </p:nvSpPr>
            <p:spPr>
              <a:xfrm rot="5400000">
                <a:off x="-1060080" y="644960"/>
                <a:ext cx="47262" cy="47096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5" extrusionOk="0">
                    <a:moveTo>
                      <a:pt x="143" y="0"/>
                    </a:moveTo>
                    <a:cubicBezTo>
                      <a:pt x="63" y="0"/>
                      <a:pt x="1" y="68"/>
                      <a:pt x="1" y="143"/>
                    </a:cubicBezTo>
                    <a:cubicBezTo>
                      <a:pt x="1" y="222"/>
                      <a:pt x="63" y="285"/>
                      <a:pt x="143" y="285"/>
                    </a:cubicBezTo>
                    <a:cubicBezTo>
                      <a:pt x="217" y="285"/>
                      <a:pt x="286" y="222"/>
                      <a:pt x="286" y="143"/>
                    </a:cubicBezTo>
                    <a:cubicBezTo>
                      <a:pt x="286" y="68"/>
                      <a:pt x="217" y="0"/>
                      <a:pt x="143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Google Shape;3128;p72"/>
              <p:cNvSpPr/>
              <p:nvPr/>
            </p:nvSpPr>
            <p:spPr>
              <a:xfrm rot="5400000">
                <a:off x="-2533864" y="-146516"/>
                <a:ext cx="241103" cy="241100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459" extrusionOk="0">
                    <a:moveTo>
                      <a:pt x="729" y="1"/>
                    </a:moveTo>
                    <a:cubicBezTo>
                      <a:pt x="325" y="1"/>
                      <a:pt x="0" y="325"/>
                      <a:pt x="0" y="730"/>
                    </a:cubicBezTo>
                    <a:cubicBezTo>
                      <a:pt x="0" y="1134"/>
                      <a:pt x="325" y="1459"/>
                      <a:pt x="729" y="1459"/>
                    </a:cubicBezTo>
                    <a:cubicBezTo>
                      <a:pt x="1134" y="1459"/>
                      <a:pt x="1458" y="1134"/>
                      <a:pt x="1458" y="730"/>
                    </a:cubicBezTo>
                    <a:cubicBezTo>
                      <a:pt x="1458" y="325"/>
                      <a:pt x="1134" y="1"/>
                      <a:pt x="729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Google Shape;3129;p72"/>
              <p:cNvSpPr/>
              <p:nvPr/>
            </p:nvSpPr>
            <p:spPr>
              <a:xfrm rot="5400000">
                <a:off x="-2570548" y="283470"/>
                <a:ext cx="47262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1"/>
                    </a:moveTo>
                    <a:cubicBezTo>
                      <a:pt x="64" y="1"/>
                      <a:pt x="1" y="64"/>
                      <a:pt x="1" y="143"/>
                    </a:cubicBezTo>
                    <a:cubicBezTo>
                      <a:pt x="1" y="217"/>
                      <a:pt x="64" y="286"/>
                      <a:pt x="143" y="286"/>
                    </a:cubicBezTo>
                    <a:cubicBezTo>
                      <a:pt x="223" y="286"/>
                      <a:pt x="286" y="217"/>
                      <a:pt x="286" y="143"/>
                    </a:cubicBezTo>
                    <a:cubicBezTo>
                      <a:pt x="286" y="64"/>
                      <a:pt x="223" y="1"/>
                      <a:pt x="143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Google Shape;3130;p72"/>
              <p:cNvSpPr/>
              <p:nvPr/>
            </p:nvSpPr>
            <p:spPr>
              <a:xfrm rot="5400000">
                <a:off x="-2244923" y="641159"/>
                <a:ext cx="47097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86" extrusionOk="0">
                    <a:moveTo>
                      <a:pt x="142" y="0"/>
                    </a:moveTo>
                    <a:cubicBezTo>
                      <a:pt x="63" y="0"/>
                      <a:pt x="0" y="63"/>
                      <a:pt x="0" y="143"/>
                    </a:cubicBezTo>
                    <a:cubicBezTo>
                      <a:pt x="0" y="222"/>
                      <a:pt x="63" y="285"/>
                      <a:pt x="142" y="285"/>
                    </a:cubicBezTo>
                    <a:cubicBezTo>
                      <a:pt x="216" y="285"/>
                      <a:pt x="285" y="222"/>
                      <a:pt x="285" y="143"/>
                    </a:cubicBezTo>
                    <a:cubicBezTo>
                      <a:pt x="285" y="63"/>
                      <a:pt x="216" y="0"/>
                      <a:pt x="142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Google Shape;3131;p72"/>
              <p:cNvSpPr/>
              <p:nvPr/>
            </p:nvSpPr>
            <p:spPr>
              <a:xfrm rot="5400000">
                <a:off x="-1582353" y="644878"/>
                <a:ext cx="47262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1"/>
                    </a:moveTo>
                    <a:cubicBezTo>
                      <a:pt x="63" y="1"/>
                      <a:pt x="1" y="64"/>
                      <a:pt x="1" y="143"/>
                    </a:cubicBezTo>
                    <a:cubicBezTo>
                      <a:pt x="1" y="217"/>
                      <a:pt x="63" y="286"/>
                      <a:pt x="143" y="286"/>
                    </a:cubicBezTo>
                    <a:cubicBezTo>
                      <a:pt x="217" y="286"/>
                      <a:pt x="286" y="217"/>
                      <a:pt x="286" y="143"/>
                    </a:cubicBezTo>
                    <a:cubicBezTo>
                      <a:pt x="286" y="64"/>
                      <a:pt x="217" y="1"/>
                      <a:pt x="143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Google Shape;3132;p72"/>
              <p:cNvSpPr/>
              <p:nvPr/>
            </p:nvSpPr>
            <p:spPr>
              <a:xfrm rot="5400000">
                <a:off x="457080" y="393611"/>
                <a:ext cx="47097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86" extrusionOk="0">
                    <a:moveTo>
                      <a:pt x="143" y="1"/>
                    </a:moveTo>
                    <a:cubicBezTo>
                      <a:pt x="63" y="1"/>
                      <a:pt x="0" y="63"/>
                      <a:pt x="0" y="143"/>
                    </a:cubicBezTo>
                    <a:cubicBezTo>
                      <a:pt x="0" y="223"/>
                      <a:pt x="63" y="285"/>
                      <a:pt x="143" y="285"/>
                    </a:cubicBezTo>
                    <a:cubicBezTo>
                      <a:pt x="222" y="285"/>
                      <a:pt x="285" y="223"/>
                      <a:pt x="285" y="143"/>
                    </a:cubicBezTo>
                    <a:cubicBezTo>
                      <a:pt x="285" y="63"/>
                      <a:pt x="222" y="1"/>
                      <a:pt x="143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Google Shape;3133;p72"/>
              <p:cNvSpPr/>
              <p:nvPr/>
            </p:nvSpPr>
            <p:spPr>
              <a:xfrm rot="5400000">
                <a:off x="-2051995" y="429390"/>
                <a:ext cx="242095" cy="242091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465" extrusionOk="0">
                    <a:moveTo>
                      <a:pt x="735" y="1"/>
                    </a:moveTo>
                    <a:cubicBezTo>
                      <a:pt x="331" y="1"/>
                      <a:pt x="1" y="331"/>
                      <a:pt x="1" y="730"/>
                    </a:cubicBezTo>
                    <a:cubicBezTo>
                      <a:pt x="1" y="1134"/>
                      <a:pt x="331" y="1465"/>
                      <a:pt x="735" y="1465"/>
                    </a:cubicBezTo>
                    <a:cubicBezTo>
                      <a:pt x="1134" y="1465"/>
                      <a:pt x="1464" y="1134"/>
                      <a:pt x="1464" y="730"/>
                    </a:cubicBezTo>
                    <a:cubicBezTo>
                      <a:pt x="1464" y="331"/>
                      <a:pt x="1134" y="1"/>
                      <a:pt x="735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Google Shape;3134;p72"/>
              <p:cNvSpPr/>
              <p:nvPr/>
            </p:nvSpPr>
            <p:spPr>
              <a:xfrm rot="5400000">
                <a:off x="406760" y="576795"/>
                <a:ext cx="204417" cy="205075"/>
              </a:xfrm>
              <a:custGeom>
                <a:avLst/>
                <a:gdLst/>
                <a:ahLst/>
                <a:cxnLst/>
                <a:rect l="l" t="t" r="r" b="b"/>
                <a:pathLst>
                  <a:path w="1237" h="1241" extrusionOk="0">
                    <a:moveTo>
                      <a:pt x="206" y="0"/>
                    </a:moveTo>
                    <a:cubicBezTo>
                      <a:pt x="75" y="137"/>
                      <a:pt x="1" y="319"/>
                      <a:pt x="1" y="513"/>
                    </a:cubicBezTo>
                    <a:cubicBezTo>
                      <a:pt x="1" y="950"/>
                      <a:pt x="358" y="1240"/>
                      <a:pt x="732" y="1240"/>
                    </a:cubicBezTo>
                    <a:cubicBezTo>
                      <a:pt x="909" y="1240"/>
                      <a:pt x="1089" y="1175"/>
                      <a:pt x="1237" y="1031"/>
                    </a:cubicBezTo>
                    <a:lnTo>
                      <a:pt x="1237" y="0"/>
                    </a:ln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Google Shape;3135;p72"/>
              <p:cNvSpPr/>
              <p:nvPr/>
            </p:nvSpPr>
            <p:spPr>
              <a:xfrm rot="5400000">
                <a:off x="-877976" y="444014"/>
                <a:ext cx="241103" cy="241926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464" extrusionOk="0">
                    <a:moveTo>
                      <a:pt x="730" y="0"/>
                    </a:moveTo>
                    <a:cubicBezTo>
                      <a:pt x="325" y="0"/>
                      <a:pt x="1" y="330"/>
                      <a:pt x="1" y="735"/>
                    </a:cubicBezTo>
                    <a:cubicBezTo>
                      <a:pt x="1" y="1133"/>
                      <a:pt x="325" y="1464"/>
                      <a:pt x="730" y="1464"/>
                    </a:cubicBezTo>
                    <a:cubicBezTo>
                      <a:pt x="1134" y="1464"/>
                      <a:pt x="1459" y="1133"/>
                      <a:pt x="1459" y="735"/>
                    </a:cubicBezTo>
                    <a:cubicBezTo>
                      <a:pt x="1459" y="330"/>
                      <a:pt x="1134" y="0"/>
                      <a:pt x="730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Google Shape;3136;p72"/>
              <p:cNvSpPr/>
              <p:nvPr/>
            </p:nvSpPr>
            <p:spPr>
              <a:xfrm rot="5400000">
                <a:off x="-233749" y="459466"/>
                <a:ext cx="241103" cy="241100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459" extrusionOk="0">
                    <a:moveTo>
                      <a:pt x="730" y="1"/>
                    </a:moveTo>
                    <a:cubicBezTo>
                      <a:pt x="326" y="1"/>
                      <a:pt x="1" y="325"/>
                      <a:pt x="1" y="730"/>
                    </a:cubicBezTo>
                    <a:cubicBezTo>
                      <a:pt x="1" y="1134"/>
                      <a:pt x="326" y="1459"/>
                      <a:pt x="730" y="1459"/>
                    </a:cubicBezTo>
                    <a:cubicBezTo>
                      <a:pt x="1134" y="1459"/>
                      <a:pt x="1459" y="1134"/>
                      <a:pt x="1459" y="730"/>
                    </a:cubicBezTo>
                    <a:cubicBezTo>
                      <a:pt x="1459" y="325"/>
                      <a:pt x="1134" y="1"/>
                      <a:pt x="730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Google Shape;3137;p72"/>
              <p:cNvSpPr/>
              <p:nvPr/>
            </p:nvSpPr>
            <p:spPr>
              <a:xfrm rot="5400000">
                <a:off x="170950" y="648678"/>
                <a:ext cx="47262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1"/>
                    </a:moveTo>
                    <a:cubicBezTo>
                      <a:pt x="63" y="1"/>
                      <a:pt x="1" y="64"/>
                      <a:pt x="1" y="143"/>
                    </a:cubicBezTo>
                    <a:cubicBezTo>
                      <a:pt x="1" y="223"/>
                      <a:pt x="63" y="286"/>
                      <a:pt x="143" y="286"/>
                    </a:cubicBezTo>
                    <a:cubicBezTo>
                      <a:pt x="223" y="286"/>
                      <a:pt x="285" y="223"/>
                      <a:pt x="285" y="143"/>
                    </a:cubicBezTo>
                    <a:cubicBezTo>
                      <a:pt x="285" y="64"/>
                      <a:pt x="223" y="1"/>
                      <a:pt x="143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Google Shape;3138;p72"/>
              <p:cNvSpPr/>
              <p:nvPr/>
            </p:nvSpPr>
            <p:spPr>
              <a:xfrm rot="5400000">
                <a:off x="256548" y="3037"/>
                <a:ext cx="242095" cy="242091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465" extrusionOk="0">
                    <a:moveTo>
                      <a:pt x="730" y="1"/>
                    </a:moveTo>
                    <a:cubicBezTo>
                      <a:pt x="331" y="1"/>
                      <a:pt x="1" y="331"/>
                      <a:pt x="1" y="730"/>
                    </a:cubicBezTo>
                    <a:cubicBezTo>
                      <a:pt x="1" y="1134"/>
                      <a:pt x="331" y="1464"/>
                      <a:pt x="730" y="1464"/>
                    </a:cubicBezTo>
                    <a:cubicBezTo>
                      <a:pt x="1134" y="1464"/>
                      <a:pt x="1464" y="1134"/>
                      <a:pt x="1464" y="730"/>
                    </a:cubicBezTo>
                    <a:cubicBezTo>
                      <a:pt x="1464" y="331"/>
                      <a:pt x="1134" y="1"/>
                      <a:pt x="730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Google Shape;3139;p72"/>
              <p:cNvSpPr/>
              <p:nvPr/>
            </p:nvSpPr>
            <p:spPr>
              <a:xfrm rot="5400000">
                <a:off x="-1273254" y="-826449"/>
                <a:ext cx="166740" cy="240935"/>
              </a:xfrm>
              <a:custGeom>
                <a:avLst/>
                <a:gdLst/>
                <a:ahLst/>
                <a:cxnLst/>
                <a:rect l="l" t="t" r="r" b="b"/>
                <a:pathLst>
                  <a:path w="1009" h="1458" extrusionOk="0">
                    <a:moveTo>
                      <a:pt x="280" y="0"/>
                    </a:moveTo>
                    <a:cubicBezTo>
                      <a:pt x="187" y="0"/>
                      <a:pt x="93" y="18"/>
                      <a:pt x="0" y="57"/>
                    </a:cubicBezTo>
                    <a:lnTo>
                      <a:pt x="0" y="1401"/>
                    </a:lnTo>
                    <a:cubicBezTo>
                      <a:pt x="93" y="1439"/>
                      <a:pt x="187" y="1457"/>
                      <a:pt x="280" y="1457"/>
                    </a:cubicBezTo>
                    <a:cubicBezTo>
                      <a:pt x="664" y="1457"/>
                      <a:pt x="1008" y="1147"/>
                      <a:pt x="1008" y="729"/>
                    </a:cubicBezTo>
                    <a:cubicBezTo>
                      <a:pt x="1008" y="311"/>
                      <a:pt x="664" y="0"/>
                      <a:pt x="280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Google Shape;3140;p72"/>
              <p:cNvSpPr/>
              <p:nvPr/>
            </p:nvSpPr>
            <p:spPr>
              <a:xfrm rot="5400000">
                <a:off x="476910" y="-504207"/>
                <a:ext cx="47097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86" extrusionOk="0">
                    <a:moveTo>
                      <a:pt x="142" y="1"/>
                    </a:moveTo>
                    <a:cubicBezTo>
                      <a:pt x="63" y="1"/>
                      <a:pt x="0" y="64"/>
                      <a:pt x="0" y="143"/>
                    </a:cubicBezTo>
                    <a:cubicBezTo>
                      <a:pt x="0" y="223"/>
                      <a:pt x="63" y="286"/>
                      <a:pt x="142" y="286"/>
                    </a:cubicBezTo>
                    <a:cubicBezTo>
                      <a:pt x="222" y="286"/>
                      <a:pt x="285" y="223"/>
                      <a:pt x="285" y="143"/>
                    </a:cubicBezTo>
                    <a:cubicBezTo>
                      <a:pt x="285" y="64"/>
                      <a:pt x="222" y="1"/>
                      <a:pt x="142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Google Shape;3141;p72"/>
              <p:cNvSpPr/>
              <p:nvPr/>
            </p:nvSpPr>
            <p:spPr>
              <a:xfrm rot="5400000">
                <a:off x="-138646" y="-708460"/>
                <a:ext cx="47097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86" extrusionOk="0">
                    <a:moveTo>
                      <a:pt x="143" y="1"/>
                    </a:moveTo>
                    <a:cubicBezTo>
                      <a:pt x="63" y="1"/>
                      <a:pt x="0" y="69"/>
                      <a:pt x="0" y="143"/>
                    </a:cubicBezTo>
                    <a:cubicBezTo>
                      <a:pt x="0" y="223"/>
                      <a:pt x="63" y="285"/>
                      <a:pt x="143" y="285"/>
                    </a:cubicBezTo>
                    <a:cubicBezTo>
                      <a:pt x="222" y="285"/>
                      <a:pt x="285" y="223"/>
                      <a:pt x="285" y="143"/>
                    </a:cubicBezTo>
                    <a:cubicBezTo>
                      <a:pt x="285" y="69"/>
                      <a:pt x="222" y="1"/>
                      <a:pt x="143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Google Shape;3142;p72"/>
              <p:cNvSpPr/>
              <p:nvPr/>
            </p:nvSpPr>
            <p:spPr>
              <a:xfrm rot="5400000">
                <a:off x="-2630039" y="-794803"/>
                <a:ext cx="161121" cy="172025"/>
              </a:xfrm>
              <a:custGeom>
                <a:avLst/>
                <a:gdLst/>
                <a:ahLst/>
                <a:cxnLst/>
                <a:rect l="l" t="t" r="r" b="b"/>
                <a:pathLst>
                  <a:path w="975" h="1041" extrusionOk="0">
                    <a:moveTo>
                      <a:pt x="247" y="0"/>
                    </a:moveTo>
                    <a:cubicBezTo>
                      <a:pt x="166" y="0"/>
                      <a:pt x="83" y="14"/>
                      <a:pt x="0" y="44"/>
                    </a:cubicBezTo>
                    <a:lnTo>
                      <a:pt x="0" y="1041"/>
                    </a:lnTo>
                    <a:lnTo>
                      <a:pt x="900" y="1041"/>
                    </a:lnTo>
                    <a:cubicBezTo>
                      <a:pt x="946" y="944"/>
                      <a:pt x="974" y="836"/>
                      <a:pt x="974" y="727"/>
                    </a:cubicBezTo>
                    <a:cubicBezTo>
                      <a:pt x="974" y="313"/>
                      <a:pt x="632" y="0"/>
                      <a:pt x="247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Google Shape;3143;p72"/>
              <p:cNvSpPr/>
              <p:nvPr/>
            </p:nvSpPr>
            <p:spPr>
              <a:xfrm rot="5400000">
                <a:off x="-1327786" y="613399"/>
                <a:ext cx="98986" cy="237299"/>
              </a:xfrm>
              <a:custGeom>
                <a:avLst/>
                <a:gdLst/>
                <a:ahLst/>
                <a:cxnLst/>
                <a:rect l="l" t="t" r="r" b="b"/>
                <a:pathLst>
                  <a:path w="599" h="1436" extrusionOk="0">
                    <a:moveTo>
                      <a:pt x="599" y="1"/>
                    </a:moveTo>
                    <a:cubicBezTo>
                      <a:pt x="251" y="63"/>
                      <a:pt x="1" y="365"/>
                      <a:pt x="1" y="718"/>
                    </a:cubicBezTo>
                    <a:cubicBezTo>
                      <a:pt x="1" y="1066"/>
                      <a:pt x="251" y="1367"/>
                      <a:pt x="599" y="1436"/>
                    </a:cubicBezTo>
                    <a:lnTo>
                      <a:pt x="599" y="1"/>
                    </a:ln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Google Shape;3144;p72"/>
              <p:cNvSpPr/>
              <p:nvPr/>
            </p:nvSpPr>
            <p:spPr>
              <a:xfrm rot="5400000">
                <a:off x="-2578067" y="-375310"/>
                <a:ext cx="47097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86" extrusionOk="0">
                    <a:moveTo>
                      <a:pt x="143" y="0"/>
                    </a:moveTo>
                    <a:cubicBezTo>
                      <a:pt x="63" y="0"/>
                      <a:pt x="0" y="63"/>
                      <a:pt x="0" y="143"/>
                    </a:cubicBezTo>
                    <a:cubicBezTo>
                      <a:pt x="0" y="223"/>
                      <a:pt x="63" y="285"/>
                      <a:pt x="143" y="285"/>
                    </a:cubicBezTo>
                    <a:cubicBezTo>
                      <a:pt x="222" y="285"/>
                      <a:pt x="285" y="223"/>
                      <a:pt x="285" y="143"/>
                    </a:cubicBezTo>
                    <a:cubicBezTo>
                      <a:pt x="285" y="63"/>
                      <a:pt x="222" y="0"/>
                      <a:pt x="143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Google Shape;3145;p72"/>
              <p:cNvSpPr/>
              <p:nvPr/>
            </p:nvSpPr>
            <p:spPr>
              <a:xfrm rot="5400000">
                <a:off x="480546" y="-719697"/>
                <a:ext cx="47262" cy="47096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5" extrusionOk="0">
                    <a:moveTo>
                      <a:pt x="143" y="0"/>
                    </a:moveTo>
                    <a:cubicBezTo>
                      <a:pt x="63" y="0"/>
                      <a:pt x="1" y="63"/>
                      <a:pt x="1" y="143"/>
                    </a:cubicBezTo>
                    <a:cubicBezTo>
                      <a:pt x="1" y="222"/>
                      <a:pt x="63" y="285"/>
                      <a:pt x="143" y="285"/>
                    </a:cubicBezTo>
                    <a:cubicBezTo>
                      <a:pt x="217" y="285"/>
                      <a:pt x="286" y="222"/>
                      <a:pt x="286" y="143"/>
                    </a:cubicBezTo>
                    <a:cubicBezTo>
                      <a:pt x="286" y="63"/>
                      <a:pt x="217" y="0"/>
                      <a:pt x="143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Google Shape;3146;p72"/>
              <p:cNvSpPr/>
              <p:nvPr/>
            </p:nvSpPr>
            <p:spPr>
              <a:xfrm rot="5400000">
                <a:off x="-2676888" y="575390"/>
                <a:ext cx="248540" cy="163763"/>
              </a:xfrm>
              <a:custGeom>
                <a:avLst/>
                <a:gdLst/>
                <a:ahLst/>
                <a:cxnLst/>
                <a:rect l="l" t="t" r="r" b="b"/>
                <a:pathLst>
                  <a:path w="1504" h="991" extrusionOk="0">
                    <a:moveTo>
                      <a:pt x="829" y="1"/>
                    </a:moveTo>
                    <a:cubicBezTo>
                      <a:pt x="741" y="1"/>
                      <a:pt x="651" y="17"/>
                      <a:pt x="564" y="51"/>
                    </a:cubicBezTo>
                    <a:cubicBezTo>
                      <a:pt x="188" y="194"/>
                      <a:pt x="0" y="615"/>
                      <a:pt x="142" y="991"/>
                    </a:cubicBezTo>
                    <a:lnTo>
                      <a:pt x="1492" y="991"/>
                    </a:lnTo>
                    <a:cubicBezTo>
                      <a:pt x="1498" y="985"/>
                      <a:pt x="1504" y="980"/>
                      <a:pt x="1504" y="968"/>
                    </a:cubicBezTo>
                    <a:lnTo>
                      <a:pt x="1504" y="473"/>
                    </a:lnTo>
                    <a:cubicBezTo>
                      <a:pt x="1394" y="179"/>
                      <a:pt x="1120" y="1"/>
                      <a:pt x="829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Google Shape;3147;p72"/>
              <p:cNvSpPr/>
              <p:nvPr/>
            </p:nvSpPr>
            <p:spPr>
              <a:xfrm rot="5400000">
                <a:off x="-1589955" y="-704742"/>
                <a:ext cx="47262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1"/>
                    </a:moveTo>
                    <a:cubicBezTo>
                      <a:pt x="64" y="1"/>
                      <a:pt x="1" y="63"/>
                      <a:pt x="1" y="143"/>
                    </a:cubicBezTo>
                    <a:cubicBezTo>
                      <a:pt x="1" y="223"/>
                      <a:pt x="64" y="285"/>
                      <a:pt x="143" y="285"/>
                    </a:cubicBezTo>
                    <a:cubicBezTo>
                      <a:pt x="223" y="285"/>
                      <a:pt x="286" y="223"/>
                      <a:pt x="286" y="143"/>
                    </a:cubicBezTo>
                    <a:cubicBezTo>
                      <a:pt x="286" y="63"/>
                      <a:pt x="223" y="1"/>
                      <a:pt x="143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Google Shape;3148;p72"/>
              <p:cNvSpPr/>
              <p:nvPr/>
            </p:nvSpPr>
            <p:spPr>
              <a:xfrm rot="5400000">
                <a:off x="-2232777" y="-704742"/>
                <a:ext cx="47262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0"/>
                    </a:moveTo>
                    <a:cubicBezTo>
                      <a:pt x="64" y="0"/>
                      <a:pt x="1" y="69"/>
                      <a:pt x="1" y="143"/>
                    </a:cubicBezTo>
                    <a:cubicBezTo>
                      <a:pt x="1" y="222"/>
                      <a:pt x="64" y="285"/>
                      <a:pt x="143" y="285"/>
                    </a:cubicBezTo>
                    <a:cubicBezTo>
                      <a:pt x="223" y="285"/>
                      <a:pt x="286" y="222"/>
                      <a:pt x="286" y="143"/>
                    </a:cubicBezTo>
                    <a:cubicBezTo>
                      <a:pt x="286" y="69"/>
                      <a:pt x="223" y="0"/>
                      <a:pt x="143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Google Shape;3149;p72"/>
              <p:cNvSpPr/>
              <p:nvPr/>
            </p:nvSpPr>
            <p:spPr>
              <a:xfrm rot="5400000">
                <a:off x="-2040262" y="-699452"/>
                <a:ext cx="242095" cy="24110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459" extrusionOk="0">
                    <a:moveTo>
                      <a:pt x="735" y="1"/>
                    </a:moveTo>
                    <a:cubicBezTo>
                      <a:pt x="331" y="1"/>
                      <a:pt x="0" y="325"/>
                      <a:pt x="0" y="730"/>
                    </a:cubicBezTo>
                    <a:cubicBezTo>
                      <a:pt x="0" y="1134"/>
                      <a:pt x="331" y="1459"/>
                      <a:pt x="735" y="1459"/>
                    </a:cubicBezTo>
                    <a:cubicBezTo>
                      <a:pt x="1134" y="1459"/>
                      <a:pt x="1464" y="1134"/>
                      <a:pt x="1464" y="730"/>
                    </a:cubicBezTo>
                    <a:cubicBezTo>
                      <a:pt x="1464" y="325"/>
                      <a:pt x="1134" y="1"/>
                      <a:pt x="735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Google Shape;3150;p72"/>
              <p:cNvSpPr/>
              <p:nvPr/>
            </p:nvSpPr>
            <p:spPr>
              <a:xfrm rot="5400000">
                <a:off x="209947" y="-732503"/>
                <a:ext cx="241103" cy="242091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465" extrusionOk="0">
                    <a:moveTo>
                      <a:pt x="730" y="0"/>
                    </a:moveTo>
                    <a:cubicBezTo>
                      <a:pt x="325" y="0"/>
                      <a:pt x="1" y="331"/>
                      <a:pt x="1" y="729"/>
                    </a:cubicBezTo>
                    <a:cubicBezTo>
                      <a:pt x="1" y="1134"/>
                      <a:pt x="325" y="1464"/>
                      <a:pt x="730" y="1464"/>
                    </a:cubicBezTo>
                    <a:cubicBezTo>
                      <a:pt x="1134" y="1464"/>
                      <a:pt x="1459" y="1134"/>
                      <a:pt x="1459" y="729"/>
                    </a:cubicBezTo>
                    <a:cubicBezTo>
                      <a:pt x="1459" y="331"/>
                      <a:pt x="1134" y="0"/>
                      <a:pt x="730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Google Shape;3151;p72"/>
              <p:cNvSpPr/>
              <p:nvPr/>
            </p:nvSpPr>
            <p:spPr>
              <a:xfrm rot="5400000">
                <a:off x="-900036" y="-681110"/>
                <a:ext cx="47262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1"/>
                    </a:moveTo>
                    <a:cubicBezTo>
                      <a:pt x="63" y="1"/>
                      <a:pt x="0" y="64"/>
                      <a:pt x="0" y="143"/>
                    </a:cubicBezTo>
                    <a:cubicBezTo>
                      <a:pt x="0" y="217"/>
                      <a:pt x="63" y="286"/>
                      <a:pt x="143" y="286"/>
                    </a:cubicBezTo>
                    <a:cubicBezTo>
                      <a:pt x="222" y="286"/>
                      <a:pt x="285" y="217"/>
                      <a:pt x="285" y="143"/>
                    </a:cubicBezTo>
                    <a:cubicBezTo>
                      <a:pt x="285" y="64"/>
                      <a:pt x="222" y="1"/>
                      <a:pt x="143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Google Shape;3152;p72"/>
              <p:cNvSpPr/>
              <p:nvPr/>
            </p:nvSpPr>
            <p:spPr>
              <a:xfrm rot="5400000">
                <a:off x="-598952" y="-711185"/>
                <a:ext cx="241103" cy="241100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459" extrusionOk="0">
                    <a:moveTo>
                      <a:pt x="729" y="0"/>
                    </a:moveTo>
                    <a:cubicBezTo>
                      <a:pt x="325" y="0"/>
                      <a:pt x="0" y="325"/>
                      <a:pt x="0" y="729"/>
                    </a:cubicBezTo>
                    <a:cubicBezTo>
                      <a:pt x="0" y="1134"/>
                      <a:pt x="325" y="1458"/>
                      <a:pt x="729" y="1458"/>
                    </a:cubicBezTo>
                    <a:cubicBezTo>
                      <a:pt x="1133" y="1458"/>
                      <a:pt x="1458" y="1134"/>
                      <a:pt x="1458" y="729"/>
                    </a:cubicBezTo>
                    <a:cubicBezTo>
                      <a:pt x="1458" y="325"/>
                      <a:pt x="1133" y="0"/>
                      <a:pt x="729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Google Shape;3153;p72"/>
              <p:cNvSpPr/>
              <p:nvPr/>
            </p:nvSpPr>
            <p:spPr>
              <a:xfrm rot="5400000">
                <a:off x="-1838007" y="-1656571"/>
                <a:ext cx="1629390" cy="3305331"/>
              </a:xfrm>
              <a:custGeom>
                <a:avLst/>
                <a:gdLst/>
                <a:ahLst/>
                <a:cxnLst/>
                <a:rect l="l" t="t" r="r" b="b"/>
                <a:pathLst>
                  <a:path w="9860" h="20002" extrusionOk="0">
                    <a:moveTo>
                      <a:pt x="9506" y="353"/>
                    </a:moveTo>
                    <a:lnTo>
                      <a:pt x="9506" y="19648"/>
                    </a:lnTo>
                    <a:lnTo>
                      <a:pt x="354" y="19648"/>
                    </a:lnTo>
                    <a:lnTo>
                      <a:pt x="354" y="353"/>
                    </a:lnTo>
                    <a:close/>
                    <a:moveTo>
                      <a:pt x="177" y="0"/>
                    </a:moveTo>
                    <a:cubicBezTo>
                      <a:pt x="81" y="0"/>
                      <a:pt x="1" y="80"/>
                      <a:pt x="1" y="177"/>
                    </a:cubicBezTo>
                    <a:lnTo>
                      <a:pt x="1" y="19825"/>
                    </a:lnTo>
                    <a:cubicBezTo>
                      <a:pt x="1" y="19922"/>
                      <a:pt x="81" y="20001"/>
                      <a:pt x="177" y="20001"/>
                    </a:cubicBezTo>
                    <a:lnTo>
                      <a:pt x="9683" y="20001"/>
                    </a:lnTo>
                    <a:cubicBezTo>
                      <a:pt x="9779" y="20001"/>
                      <a:pt x="9859" y="19922"/>
                      <a:pt x="9859" y="19825"/>
                    </a:cubicBezTo>
                    <a:lnTo>
                      <a:pt x="9859" y="177"/>
                    </a:lnTo>
                    <a:cubicBezTo>
                      <a:pt x="9859" y="80"/>
                      <a:pt x="9779" y="0"/>
                      <a:pt x="9683" y="0"/>
                    </a:cubicBezTo>
                    <a:close/>
                  </a:path>
                </a:pathLst>
              </a:custGeom>
              <a:solidFill>
                <a:srgbClr val="E4A44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Google Shape;3154;p72"/>
              <p:cNvSpPr/>
              <p:nvPr/>
            </p:nvSpPr>
            <p:spPr>
              <a:xfrm rot="5400000">
                <a:off x="-1591450" y="-1400599"/>
                <a:ext cx="1136276" cy="2793386"/>
              </a:xfrm>
              <a:custGeom>
                <a:avLst/>
                <a:gdLst/>
                <a:ahLst/>
                <a:cxnLst/>
                <a:rect l="l" t="t" r="r" b="b"/>
                <a:pathLst>
                  <a:path w="6876" h="16904" extrusionOk="0">
                    <a:moveTo>
                      <a:pt x="360" y="0"/>
                    </a:moveTo>
                    <a:cubicBezTo>
                      <a:pt x="160" y="0"/>
                      <a:pt x="1" y="160"/>
                      <a:pt x="1" y="353"/>
                    </a:cubicBezTo>
                    <a:lnTo>
                      <a:pt x="1" y="16550"/>
                    </a:lnTo>
                    <a:cubicBezTo>
                      <a:pt x="1" y="16750"/>
                      <a:pt x="160" y="16903"/>
                      <a:pt x="360" y="16903"/>
                    </a:cubicBezTo>
                    <a:lnTo>
                      <a:pt x="6516" y="16903"/>
                    </a:lnTo>
                    <a:cubicBezTo>
                      <a:pt x="6716" y="16903"/>
                      <a:pt x="6875" y="16750"/>
                      <a:pt x="6875" y="16550"/>
                    </a:cubicBezTo>
                    <a:lnTo>
                      <a:pt x="6875" y="353"/>
                    </a:lnTo>
                    <a:cubicBezTo>
                      <a:pt x="6875" y="160"/>
                      <a:pt x="6716" y="0"/>
                      <a:pt x="65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Google Shape;3155;p72"/>
              <p:cNvSpPr/>
              <p:nvPr/>
            </p:nvSpPr>
            <p:spPr>
              <a:xfrm rot="5400000">
                <a:off x="-1620452" y="-1430757"/>
                <a:ext cx="1194445" cy="2853702"/>
              </a:xfrm>
              <a:custGeom>
                <a:avLst/>
                <a:gdLst/>
                <a:ahLst/>
                <a:cxnLst/>
                <a:rect l="l" t="t" r="r" b="b"/>
                <a:pathLst>
                  <a:path w="7228" h="17269" extrusionOk="0">
                    <a:moveTo>
                      <a:pt x="6692" y="360"/>
                    </a:moveTo>
                    <a:cubicBezTo>
                      <a:pt x="6789" y="360"/>
                      <a:pt x="6869" y="439"/>
                      <a:pt x="6869" y="536"/>
                    </a:cubicBezTo>
                    <a:lnTo>
                      <a:pt x="6869" y="16733"/>
                    </a:lnTo>
                    <a:cubicBezTo>
                      <a:pt x="6869" y="16830"/>
                      <a:pt x="6789" y="16910"/>
                      <a:pt x="6692" y="16910"/>
                    </a:cubicBezTo>
                    <a:lnTo>
                      <a:pt x="536" y="16910"/>
                    </a:lnTo>
                    <a:cubicBezTo>
                      <a:pt x="433" y="16910"/>
                      <a:pt x="359" y="16830"/>
                      <a:pt x="359" y="16733"/>
                    </a:cubicBezTo>
                    <a:lnTo>
                      <a:pt x="359" y="536"/>
                    </a:lnTo>
                    <a:cubicBezTo>
                      <a:pt x="359" y="439"/>
                      <a:pt x="433" y="360"/>
                      <a:pt x="536" y="360"/>
                    </a:cubicBezTo>
                    <a:close/>
                    <a:moveTo>
                      <a:pt x="536" y="1"/>
                    </a:moveTo>
                    <a:cubicBezTo>
                      <a:pt x="240" y="1"/>
                      <a:pt x="0" y="240"/>
                      <a:pt x="0" y="536"/>
                    </a:cubicBezTo>
                    <a:lnTo>
                      <a:pt x="0" y="16733"/>
                    </a:lnTo>
                    <a:cubicBezTo>
                      <a:pt x="0" y="17029"/>
                      <a:pt x="240" y="17269"/>
                      <a:pt x="536" y="17269"/>
                    </a:cubicBezTo>
                    <a:lnTo>
                      <a:pt x="6692" y="17269"/>
                    </a:lnTo>
                    <a:cubicBezTo>
                      <a:pt x="6988" y="17269"/>
                      <a:pt x="7228" y="17029"/>
                      <a:pt x="7228" y="16733"/>
                    </a:cubicBezTo>
                    <a:lnTo>
                      <a:pt x="7228" y="536"/>
                    </a:lnTo>
                    <a:cubicBezTo>
                      <a:pt x="7228" y="240"/>
                      <a:pt x="6988" y="1"/>
                      <a:pt x="669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156" name="Google Shape;3156;p72"/>
          <p:cNvSpPr txBox="1">
            <a:spLocks noGrp="1"/>
          </p:cNvSpPr>
          <p:nvPr>
            <p:ph type="ctrTitle"/>
          </p:nvPr>
        </p:nvSpPr>
        <p:spPr>
          <a:xfrm>
            <a:off x="3050798" y="598700"/>
            <a:ext cx="2567100" cy="78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</a:t>
            </a:r>
            <a:endParaRPr/>
          </a:p>
        </p:txBody>
      </p:sp>
      <p:sp>
        <p:nvSpPr>
          <p:cNvPr id="3158" name="Google Shape;3158;p72"/>
          <p:cNvSpPr txBox="1">
            <a:spLocks noGrp="1"/>
          </p:cNvSpPr>
          <p:nvPr>
            <p:ph type="subTitle" idx="2"/>
          </p:nvPr>
        </p:nvSpPr>
        <p:spPr>
          <a:xfrm>
            <a:off x="2545675" y="1781200"/>
            <a:ext cx="3617400" cy="43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have any questions?</a:t>
            </a:r>
            <a:endParaRPr/>
          </a:p>
        </p:txBody>
      </p:sp>
      <p:pic>
        <p:nvPicPr>
          <p:cNvPr id="2050" name="Picture 2" descr="Dagelan gambar mari berbagi - Ahh takut ...">
            <a:extLst>
              <a:ext uri="{FF2B5EF4-FFF2-40B4-BE49-F238E27FC236}">
                <a16:creationId xmlns:a16="http://schemas.microsoft.com/office/drawing/2014/main" id="{FF38171E-6A10-4745-801F-C48AA98ED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8751" y="2138164"/>
            <a:ext cx="3865553" cy="2405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6114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Vintage Photo Album For Education by Slidesgo">
  <a:themeElements>
    <a:clrScheme name="Simple Light">
      <a:dk1>
        <a:srgbClr val="4F493D"/>
      </a:dk1>
      <a:lt1>
        <a:srgbClr val="AFAB85"/>
      </a:lt1>
      <a:dk2>
        <a:srgbClr val="4F493D"/>
      </a:dk2>
      <a:lt2>
        <a:srgbClr val="F8CD7D"/>
      </a:lt2>
      <a:accent1>
        <a:srgbClr val="F9E4C2"/>
      </a:accent1>
      <a:accent2>
        <a:srgbClr val="E4A448"/>
      </a:accent2>
      <a:accent3>
        <a:srgbClr val="9C693D"/>
      </a:accent3>
      <a:accent4>
        <a:srgbClr val="6E9077"/>
      </a:accent4>
      <a:accent5>
        <a:srgbClr val="FFFFFF"/>
      </a:accent5>
      <a:accent6>
        <a:srgbClr val="FFFFFF"/>
      </a:accent6>
      <a:hlink>
        <a:srgbClr val="4F49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1646</TotalTime>
  <Words>196</Words>
  <Application>Microsoft Office PowerPoint</Application>
  <PresentationFormat>On-screen Show (16:9)</PresentationFormat>
  <Paragraphs>65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Tahoma</vt:lpstr>
      <vt:lpstr>Arial</vt:lpstr>
      <vt:lpstr>FrankRuehl</vt:lpstr>
      <vt:lpstr>Montserrat</vt:lpstr>
      <vt:lpstr>Andika</vt:lpstr>
      <vt:lpstr>Times New Roman</vt:lpstr>
      <vt:lpstr>Grand Hotel</vt:lpstr>
      <vt:lpstr>Vintage Photo Album For Education by Slidesgo</vt:lpstr>
      <vt:lpstr>STATISTIKA MATEMATIKA 2</vt:lpstr>
      <vt:lpstr>Focus On</vt:lpstr>
      <vt:lpstr>Peubah Acak Multivariat</vt:lpstr>
      <vt:lpstr>Peubah Acak Multivariat</vt:lpstr>
      <vt:lpstr>Peubah Acak Multivariat</vt:lpstr>
      <vt:lpstr>Peubah Acak Multivariat</vt:lpstr>
      <vt:lpstr>Peubah Acak Multivariat</vt:lpstr>
      <vt:lpstr>Peubah Acak Multivariat</vt:lpstr>
      <vt:lpstr>Peubah Acak Multivariat</vt:lpstr>
      <vt:lpstr>Fungsi Peluang Multivariat : Joint Probability</vt:lpstr>
      <vt:lpstr>Fungsi Peluang Multivariat : Joint Probability</vt:lpstr>
      <vt:lpstr>Fungsi Peluang Multivariat : Joint Probability</vt:lpstr>
      <vt:lpstr>Fungsi Peluang Multivariat : Joint Probability</vt:lpstr>
      <vt:lpstr>Fungsi Peluang Multivariat : Joint Probability</vt:lpstr>
      <vt:lpstr>Fungsi Peluang Multivariat : Joint Probability</vt:lpstr>
      <vt:lpstr>Fungsi Peluang Multivariat : Joint Probability</vt:lpstr>
      <vt:lpstr>Fungsi Peluang Multivariat : Joint Probability</vt:lpstr>
      <vt:lpstr>Marginal Probability</vt:lpstr>
      <vt:lpstr>Marginal Probability</vt:lpstr>
      <vt:lpstr>Marginal Probability</vt:lpstr>
      <vt:lpstr>Marginal Probability</vt:lpstr>
      <vt:lpstr>Peluang Besyarat Bivariat</vt:lpstr>
      <vt:lpstr>Peluang Besyarat Bivariat</vt:lpstr>
      <vt:lpstr>Peluang Besyarat Bivariat</vt:lpstr>
      <vt:lpstr>Peluang Besyarat Bivariat</vt:lpstr>
      <vt:lpstr>Peluang Besyarat Bivariat</vt:lpstr>
      <vt:lpstr>Peluang Besyarat Bivariat</vt:lpstr>
      <vt:lpstr>Peluang Besyarat Bivariat</vt:lpstr>
      <vt:lpstr>Peluang Besyarat Bivariat</vt:lpstr>
      <vt:lpstr>Distribusi Normal</vt:lpstr>
      <vt:lpstr>Distribusi Normal</vt:lpstr>
      <vt:lpstr>Distribusi Normal</vt:lpstr>
      <vt:lpstr>Distribusi Normal</vt:lpstr>
      <vt:lpstr>Distribusi Normal</vt:lpstr>
      <vt:lpstr>Distribusi Normal</vt:lpstr>
      <vt:lpstr>Distribusi Normal</vt:lpstr>
      <vt:lpstr>Distribusi Normal</vt:lpstr>
      <vt:lpstr>Quotes of the day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Integration #2</dc:title>
  <dc:creator>GUSTI URIPNO</dc:creator>
  <cp:lastModifiedBy>Gusti Uripno</cp:lastModifiedBy>
  <cp:revision>40</cp:revision>
  <dcterms:modified xsi:type="dcterms:W3CDTF">2025-05-28T02:41:54Z</dcterms:modified>
</cp:coreProperties>
</file>